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Lst>
  <p:notesMasterIdLst>
    <p:notesMasterId r:id="rId17"/>
  </p:notesMasterIdLst>
  <p:handoutMasterIdLst>
    <p:handoutMasterId r:id="rId18"/>
  </p:handoutMasterIdLst>
  <p:sldIdLst>
    <p:sldId id="256" r:id="rId5"/>
    <p:sldId id="257" r:id="rId6"/>
    <p:sldId id="269" r:id="rId7"/>
    <p:sldId id="270" r:id="rId8"/>
    <p:sldId id="271" r:id="rId9"/>
    <p:sldId id="276" r:id="rId10"/>
    <p:sldId id="278" r:id="rId11"/>
    <p:sldId id="279" r:id="rId12"/>
    <p:sldId id="280" r:id="rId13"/>
    <p:sldId id="272" r:id="rId14"/>
    <p:sldId id="274" r:id="rId15"/>
    <p:sldId id="268" r:id="rId16"/>
  </p:sldIdLst>
  <p:sldSz cx="9144000" cy="6858000" type="screen4x3"/>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AB2E2"/>
    <a:srgbClr val="2A66AC"/>
    <a:srgbClr val="75A4DD"/>
    <a:srgbClr val="2E6CB8"/>
    <a:srgbClr val="2A65AC"/>
    <a:srgbClr val="255997"/>
    <a:srgbClr val="3379CD"/>
    <a:srgbClr val="558ED5"/>
    <a:srgbClr val="78A6DE"/>
    <a:srgbClr val="9DBE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1" d="100"/>
          <a:sy n="81" d="100"/>
        </p:scale>
        <p:origin x="1498" y="4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F607C9A-EDB5-4C0A-BCFE-81AAF6133E68}"/>
              </a:ext>
            </a:extLst>
          </p:cNvPr>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54F00B0C-2831-4624-A5D3-43F42D30BA74}"/>
              </a:ext>
            </a:extLst>
          </p:cNvPr>
          <p:cNvSpPr>
            <a:spLocks noGrp="1"/>
          </p:cNvSpPr>
          <p:nvPr>
            <p:ph type="dt" sz="quarter" idx="1"/>
          </p:nvPr>
        </p:nvSpPr>
        <p:spPr>
          <a:xfrm>
            <a:off x="4281488" y="0"/>
            <a:ext cx="3276600" cy="536575"/>
          </a:xfrm>
          <a:prstGeom prst="rect">
            <a:avLst/>
          </a:prstGeom>
        </p:spPr>
        <p:txBody>
          <a:bodyPr vert="horz" lIns="91440" tIns="45720" rIns="91440" bIns="45720" rtlCol="0"/>
          <a:lstStyle>
            <a:lvl1pPr algn="r">
              <a:defRPr sz="1200"/>
            </a:lvl1pPr>
          </a:lstStyle>
          <a:p>
            <a:fld id="{25D2B5EB-424D-4C39-A8AB-65F1D7895EF3}" type="datetimeFigureOut">
              <a:rPr lang="en-US" smtClean="0"/>
              <a:pPr/>
              <a:t>4/28/2026</a:t>
            </a:fld>
            <a:endParaRPr lang="en-US"/>
          </a:p>
        </p:txBody>
      </p:sp>
      <p:sp>
        <p:nvSpPr>
          <p:cNvPr id="4" name="Footer Placeholder 3">
            <a:extLst>
              <a:ext uri="{FF2B5EF4-FFF2-40B4-BE49-F238E27FC236}">
                <a16:creationId xmlns:a16="http://schemas.microsoft.com/office/drawing/2014/main" id="{B334ABA9-0C2F-480A-B554-A457296C39B5}"/>
              </a:ext>
            </a:extLst>
          </p:cNvPr>
          <p:cNvSpPr>
            <a:spLocks noGrp="1"/>
          </p:cNvSpPr>
          <p:nvPr>
            <p:ph type="ftr" sz="quarter" idx="2"/>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p>
        </p:txBody>
      </p:sp>
      <p:sp>
        <p:nvSpPr>
          <p:cNvPr id="5" name="Slide Number Placeholder 4">
            <a:extLst>
              <a:ext uri="{FF2B5EF4-FFF2-40B4-BE49-F238E27FC236}">
                <a16:creationId xmlns:a16="http://schemas.microsoft.com/office/drawing/2014/main" id="{46F3BA01-5457-4975-8BF5-D0EAD49D534B}"/>
              </a:ext>
            </a:extLst>
          </p:cNvPr>
          <p:cNvSpPr>
            <a:spLocks noGrp="1"/>
          </p:cNvSpPr>
          <p:nvPr>
            <p:ph type="sldNum" sz="quarter" idx="3"/>
          </p:nvPr>
        </p:nvSpPr>
        <p:spPr>
          <a:xfrm>
            <a:off x="4281488" y="10155238"/>
            <a:ext cx="3276600" cy="536575"/>
          </a:xfrm>
          <a:prstGeom prst="rect">
            <a:avLst/>
          </a:prstGeom>
        </p:spPr>
        <p:txBody>
          <a:bodyPr vert="horz" lIns="91440" tIns="45720" rIns="91440" bIns="45720" rtlCol="0" anchor="b"/>
          <a:lstStyle>
            <a:lvl1pPr algn="r">
              <a:defRPr sz="1200"/>
            </a:lvl1pPr>
          </a:lstStyle>
          <a:p>
            <a:fld id="{E4199376-55CE-4213-A97D-9D70929AC508}" type="slidenum">
              <a:rPr lang="en-US" smtClean="0"/>
              <a:pPr/>
              <a:t>‹#›</a:t>
            </a:fld>
            <a:endParaRPr lang="en-US"/>
          </a:p>
        </p:txBody>
      </p:sp>
    </p:spTree>
    <p:extLst>
      <p:ext uri="{BB962C8B-B14F-4D97-AF65-F5344CB8AC3E}">
        <p14:creationId xmlns:p14="http://schemas.microsoft.com/office/powerpoint/2010/main" val="4123002274"/>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276600" cy="536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281488" y="0"/>
            <a:ext cx="3276600" cy="536575"/>
          </a:xfrm>
          <a:prstGeom prst="rect">
            <a:avLst/>
          </a:prstGeom>
        </p:spPr>
        <p:txBody>
          <a:bodyPr vert="horz" lIns="91440" tIns="45720" rIns="91440" bIns="45720" rtlCol="0"/>
          <a:lstStyle>
            <a:lvl1pPr algn="r">
              <a:defRPr sz="1200"/>
            </a:lvl1pPr>
          </a:lstStyle>
          <a:p>
            <a:fld id="{888BC1CF-45D5-4DEE-AAB8-8C5341844FC9}" type="datetimeFigureOut">
              <a:rPr lang="en-US" smtClean="0"/>
              <a:pPr/>
              <a:t>4/28/2026</a:t>
            </a:fld>
            <a:endParaRPr lang="en-US"/>
          </a:p>
        </p:txBody>
      </p:sp>
      <p:sp>
        <p:nvSpPr>
          <p:cNvPr id="4" name="Slide Image Placeholder 3"/>
          <p:cNvSpPr>
            <a:spLocks noGrp="1" noRot="1" noChangeAspect="1"/>
          </p:cNvSpPr>
          <p:nvPr>
            <p:ph type="sldImg" idx="2"/>
          </p:nvPr>
        </p:nvSpPr>
        <p:spPr>
          <a:xfrm>
            <a:off x="1374775" y="1336675"/>
            <a:ext cx="4810125" cy="36083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55650" y="5145088"/>
            <a:ext cx="6048375" cy="42100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0155238"/>
            <a:ext cx="3276600" cy="536575"/>
          </a:xfrm>
          <a:prstGeom prst="rect">
            <a:avLst/>
          </a:prstGeom>
        </p:spPr>
        <p:txBody>
          <a:bodyPr vert="horz" lIns="91440" tIns="45720" rIns="91440" bIns="45720" rtlCol="0" anchor="b"/>
          <a:lstStyle>
            <a:lvl1pPr algn="l">
              <a:defRPr sz="1200"/>
            </a:lvl1pPr>
          </a:lstStyle>
          <a:p>
            <a:r>
              <a:rPr lang="en-US"/>
              <a:t>Name of the faculty [Group: G00] [Sem:2nd]</a:t>
            </a:r>
          </a:p>
        </p:txBody>
      </p:sp>
      <p:sp>
        <p:nvSpPr>
          <p:cNvPr id="7" name="Slide Number Placeholder 6"/>
          <p:cNvSpPr>
            <a:spLocks noGrp="1"/>
          </p:cNvSpPr>
          <p:nvPr>
            <p:ph type="sldNum" sz="quarter" idx="5"/>
          </p:nvPr>
        </p:nvSpPr>
        <p:spPr>
          <a:xfrm>
            <a:off x="4281488" y="10155238"/>
            <a:ext cx="3276600" cy="536575"/>
          </a:xfrm>
          <a:prstGeom prst="rect">
            <a:avLst/>
          </a:prstGeom>
        </p:spPr>
        <p:txBody>
          <a:bodyPr vert="horz" lIns="91440" tIns="45720" rIns="91440" bIns="45720" rtlCol="0" anchor="b"/>
          <a:lstStyle>
            <a:lvl1pPr algn="r">
              <a:defRPr sz="1200"/>
            </a:lvl1pPr>
          </a:lstStyle>
          <a:p>
            <a:fld id="{C5A7523A-12D4-4E0F-9409-B3F845B48333}" type="slidenum">
              <a:rPr lang="en-US" smtClean="0"/>
              <a:pPr/>
              <a:t>‹#›</a:t>
            </a:fld>
            <a:endParaRPr lang="en-US"/>
          </a:p>
        </p:txBody>
      </p:sp>
    </p:spTree>
    <p:extLst>
      <p:ext uri="{BB962C8B-B14F-4D97-AF65-F5344CB8AC3E}">
        <p14:creationId xmlns:p14="http://schemas.microsoft.com/office/powerpoint/2010/main" val="3458122221"/>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5A7523A-12D4-4E0F-9409-B3F845B48333}" type="slidenum">
              <a:rPr lang="en-US" smtClean="0"/>
              <a:pPr/>
              <a:t>1</a:t>
            </a:fld>
            <a:endParaRPr lang="en-US"/>
          </a:p>
        </p:txBody>
      </p:sp>
      <p:sp>
        <p:nvSpPr>
          <p:cNvPr id="5" name="Footer Placeholder 4">
            <a:extLst>
              <a:ext uri="{FF2B5EF4-FFF2-40B4-BE49-F238E27FC236}">
                <a16:creationId xmlns:a16="http://schemas.microsoft.com/office/drawing/2014/main" id="{A599BB95-9755-4BC6-8051-C2B8CF54F2A1}"/>
              </a:ext>
            </a:extLst>
          </p:cNvPr>
          <p:cNvSpPr>
            <a:spLocks noGrp="1"/>
          </p:cNvSpPr>
          <p:nvPr>
            <p:ph type="ftr" sz="quarter" idx="4"/>
          </p:nvPr>
        </p:nvSpPr>
        <p:spPr/>
        <p:txBody>
          <a:bodyPr/>
          <a:lstStyle/>
          <a:p>
            <a:r>
              <a:rPr lang="en-US"/>
              <a:t>Name of the faculty [Group: G00] [Sem:2nd]</a:t>
            </a:r>
          </a:p>
        </p:txBody>
      </p:sp>
    </p:spTree>
    <p:extLst>
      <p:ext uri="{BB962C8B-B14F-4D97-AF65-F5344CB8AC3E}">
        <p14:creationId xmlns:p14="http://schemas.microsoft.com/office/powerpoint/2010/main" val="42548747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20"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1" name="PlaceHolder 2"/>
          <p:cNvSpPr>
            <a:spLocks noGrp="1"/>
          </p:cNvSpPr>
          <p:nvPr>
            <p:ph type="subTitle"/>
          </p:nvPr>
        </p:nvSpPr>
        <p:spPr>
          <a:xfrm>
            <a:off x="457200" y="1604520"/>
            <a:ext cx="8229240" cy="3977280"/>
          </a:xfrm>
          <a:prstGeom prst="rect">
            <a:avLst/>
          </a:prstGeom>
        </p:spPr>
        <p:txBody>
          <a:bodyPr lIns="0" tIns="0" rIns="0" bIns="0" anchor="ctr">
            <a:noAutofit/>
          </a:bodyPr>
          <a:lstStyle/>
          <a:p>
            <a:pPr algn="ctr"/>
            <a:endParaRPr lang="en-GB" sz="3200" b="0" strike="noStrike" spc="-1" dirty="0">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3" name="PlaceHolder 2"/>
          <p:cNvSpPr>
            <a:spLocks noGrp="1"/>
          </p:cNvSpPr>
          <p:nvPr>
            <p:ph type="body"/>
          </p:nvPr>
        </p:nvSpPr>
        <p:spPr>
          <a:xfrm>
            <a:off x="457200" y="1604520"/>
            <a:ext cx="8229240" cy="397728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2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25"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26"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28" name="PlaceHolder 1"/>
          <p:cNvSpPr>
            <a:spLocks noGrp="1"/>
          </p:cNvSpPr>
          <p:nvPr>
            <p:ph type="subTitle"/>
          </p:nvPr>
        </p:nvSpPr>
        <p:spPr>
          <a:xfrm>
            <a:off x="0" y="0"/>
            <a:ext cx="5486040" cy="4238280"/>
          </a:xfrm>
          <a:prstGeom prst="rect">
            <a:avLst/>
          </a:prstGeom>
        </p:spPr>
        <p:txBody>
          <a:bodyPr lIns="0" tIns="0" rIns="0" bIns="0" anchor="ctr">
            <a:noAutofit/>
          </a:bodyPr>
          <a:lstStyle/>
          <a:p>
            <a:pPr algn="ctr"/>
            <a:endParaRPr lang="en-GB"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0"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1" name="PlaceHolder 3"/>
          <p:cNvSpPr>
            <a:spLocks noGrp="1"/>
          </p:cNvSpPr>
          <p:nvPr>
            <p:ph type="body"/>
          </p:nvPr>
        </p:nvSpPr>
        <p:spPr>
          <a:xfrm>
            <a:off x="467424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2"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33"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4" name="PlaceHolder 2"/>
          <p:cNvSpPr>
            <a:spLocks noGrp="1"/>
          </p:cNvSpPr>
          <p:nvPr>
            <p:ph type="body"/>
          </p:nvPr>
        </p:nvSpPr>
        <p:spPr>
          <a:xfrm>
            <a:off x="457200" y="1604520"/>
            <a:ext cx="4015800" cy="397728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5"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6" name="PlaceHolder 4"/>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38"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39"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0" name="PlaceHolder 4"/>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41"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42" name="PlaceHolder 2"/>
          <p:cNvSpPr>
            <a:spLocks noGrp="1"/>
          </p:cNvSpPr>
          <p:nvPr>
            <p:ph type="body"/>
          </p:nvPr>
        </p:nvSpPr>
        <p:spPr>
          <a:xfrm>
            <a:off x="457200" y="160452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3" name="PlaceHolder 3"/>
          <p:cNvSpPr>
            <a:spLocks noGrp="1"/>
          </p:cNvSpPr>
          <p:nvPr>
            <p:ph type="body"/>
          </p:nvPr>
        </p:nvSpPr>
        <p:spPr>
          <a:xfrm>
            <a:off x="457200" y="3682080"/>
            <a:ext cx="822924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44"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45" name="PlaceHolder 2"/>
          <p:cNvSpPr>
            <a:spLocks noGrp="1"/>
          </p:cNvSpPr>
          <p:nvPr>
            <p:ph type="body"/>
          </p:nvPr>
        </p:nvSpPr>
        <p:spPr>
          <a:xfrm>
            <a:off x="45720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6" name="PlaceHolder 3"/>
          <p:cNvSpPr>
            <a:spLocks noGrp="1"/>
          </p:cNvSpPr>
          <p:nvPr>
            <p:ph type="body"/>
          </p:nvPr>
        </p:nvSpPr>
        <p:spPr>
          <a:xfrm>
            <a:off x="4674240" y="160452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7" name="PlaceHolder 4"/>
          <p:cNvSpPr>
            <a:spLocks noGrp="1"/>
          </p:cNvSpPr>
          <p:nvPr>
            <p:ph type="body"/>
          </p:nvPr>
        </p:nvSpPr>
        <p:spPr>
          <a:xfrm>
            <a:off x="45720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48" name="PlaceHolder 5"/>
          <p:cNvSpPr>
            <a:spLocks noGrp="1"/>
          </p:cNvSpPr>
          <p:nvPr>
            <p:ph type="body"/>
          </p:nvPr>
        </p:nvSpPr>
        <p:spPr>
          <a:xfrm>
            <a:off x="4674240" y="3682080"/>
            <a:ext cx="40158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0" y="0"/>
            <a:ext cx="5486040" cy="914040"/>
          </a:xfrm>
          <a:prstGeom prst="rect">
            <a:avLst/>
          </a:prstGeom>
        </p:spPr>
        <p:txBody>
          <a:bodyPr lIns="0" tIns="0" rIns="0" bIns="0" anchor="ctr">
            <a:noAutofit/>
          </a:bodyPr>
          <a:lstStyle/>
          <a:p>
            <a:endParaRPr lang="en-US" sz="3000" b="0" strike="noStrike" spc="-1">
              <a:solidFill>
                <a:srgbClr val="000000"/>
              </a:solidFill>
              <a:latin typeface="Arial"/>
            </a:endParaRPr>
          </a:p>
        </p:txBody>
      </p:sp>
      <p:sp>
        <p:nvSpPr>
          <p:cNvPr id="50" name="PlaceHolder 2"/>
          <p:cNvSpPr>
            <a:spLocks noGrp="1"/>
          </p:cNvSpPr>
          <p:nvPr>
            <p:ph type="body"/>
          </p:nvPr>
        </p:nvSpPr>
        <p:spPr>
          <a:xfrm>
            <a:off x="45720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1" name="PlaceHolder 3"/>
          <p:cNvSpPr>
            <a:spLocks noGrp="1"/>
          </p:cNvSpPr>
          <p:nvPr>
            <p:ph type="body"/>
          </p:nvPr>
        </p:nvSpPr>
        <p:spPr>
          <a:xfrm>
            <a:off x="323964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2" name="PlaceHolder 4"/>
          <p:cNvSpPr>
            <a:spLocks noGrp="1"/>
          </p:cNvSpPr>
          <p:nvPr>
            <p:ph type="body"/>
          </p:nvPr>
        </p:nvSpPr>
        <p:spPr>
          <a:xfrm>
            <a:off x="6022080" y="160452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3" name="PlaceHolder 5"/>
          <p:cNvSpPr>
            <a:spLocks noGrp="1"/>
          </p:cNvSpPr>
          <p:nvPr>
            <p:ph type="body"/>
          </p:nvPr>
        </p:nvSpPr>
        <p:spPr>
          <a:xfrm>
            <a:off x="45720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4" name="PlaceHolder 6"/>
          <p:cNvSpPr>
            <a:spLocks noGrp="1"/>
          </p:cNvSpPr>
          <p:nvPr>
            <p:ph type="body"/>
          </p:nvPr>
        </p:nvSpPr>
        <p:spPr>
          <a:xfrm>
            <a:off x="323964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
        <p:nvSpPr>
          <p:cNvPr id="55" name="PlaceHolder 7"/>
          <p:cNvSpPr>
            <a:spLocks noGrp="1"/>
          </p:cNvSpPr>
          <p:nvPr>
            <p:ph type="body"/>
          </p:nvPr>
        </p:nvSpPr>
        <p:spPr>
          <a:xfrm>
            <a:off x="6022080" y="3682080"/>
            <a:ext cx="2649600" cy="1896840"/>
          </a:xfrm>
          <a:prstGeom prst="rect">
            <a:avLst/>
          </a:prstGeom>
        </p:spPr>
        <p:txBody>
          <a:bodyPr lIns="0" tIns="0" rIns="0" bIns="0">
            <a:normAutofit/>
          </a:bodyPr>
          <a:lstStyle/>
          <a:p>
            <a:endParaRPr lang="en-US" sz="3200" b="0" strike="noStrike" spc="-1">
              <a:solidFill>
                <a:srgbClr val="000000"/>
              </a:solidFill>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jpe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CustomShape 1"/>
          <p:cNvSpPr/>
          <p:nvPr/>
        </p:nvSpPr>
        <p:spPr>
          <a:xfrm>
            <a:off x="0" y="0"/>
            <a:ext cx="914364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sp>
        <p:nvSpPr>
          <p:cNvPr id="21" name="CustomShape 2"/>
          <p:cNvSpPr/>
          <p:nvPr/>
        </p:nvSpPr>
        <p:spPr>
          <a:xfrm flipV="1">
            <a:off x="0" y="6704640"/>
            <a:ext cx="9143640" cy="197640"/>
          </a:xfrm>
          <a:prstGeom prst="rect">
            <a:avLst/>
          </a:prstGeom>
          <a:solidFill>
            <a:srgbClr val="FF0000"/>
          </a:solidFill>
          <a:ln w="9360">
            <a:noFill/>
          </a:ln>
          <a:scene3d>
            <a:camera prst="orthographicFront"/>
            <a:lightRig rig="threePt" dir="t"/>
          </a:scene3d>
          <a:sp3d/>
        </p:spPr>
        <p:style>
          <a:lnRef idx="0">
            <a:scrgbClr r="0" g="0" b="0"/>
          </a:lnRef>
          <a:fillRef idx="0">
            <a:scrgbClr r="0" g="0" b="0"/>
          </a:fillRef>
          <a:effectRef idx="0">
            <a:scrgbClr r="0" g="0" b="0"/>
          </a:effectRef>
          <a:fontRef idx="minor"/>
        </p:style>
      </p:sp>
      <p:pic>
        <p:nvPicPr>
          <p:cNvPr id="2" name="Picture 10" descr="LOGO.gif"/>
          <p:cNvPicPr/>
          <p:nvPr/>
        </p:nvPicPr>
        <p:blipFill>
          <a:blip r:embed="rId14"/>
          <a:srcRect b="10718"/>
          <a:stretch/>
        </p:blipFill>
        <p:spPr>
          <a:xfrm>
            <a:off x="6553080" y="228600"/>
            <a:ext cx="2057040" cy="634680"/>
          </a:xfrm>
          <a:prstGeom prst="rect">
            <a:avLst/>
          </a:prstGeom>
          <a:ln w="9360">
            <a:noFill/>
          </a:ln>
        </p:spPr>
      </p:pic>
      <p:pic>
        <p:nvPicPr>
          <p:cNvPr id="3" name="Picture 10" descr="LOGO.gif"/>
          <p:cNvPicPr/>
          <p:nvPr/>
        </p:nvPicPr>
        <p:blipFill>
          <a:blip r:embed="rId14"/>
          <a:srcRect b="10718"/>
          <a:stretch/>
        </p:blipFill>
        <p:spPr>
          <a:xfrm>
            <a:off x="6553080" y="228600"/>
            <a:ext cx="2057040" cy="634680"/>
          </a:xfrm>
          <a:prstGeom prst="rect">
            <a:avLst/>
          </a:prstGeom>
          <a:ln w="9360">
            <a:noFill/>
          </a:ln>
        </p:spPr>
      </p:pic>
      <p:grpSp>
        <p:nvGrpSpPr>
          <p:cNvPr id="4" name="Group 3"/>
          <p:cNvGrpSpPr/>
          <p:nvPr/>
        </p:nvGrpSpPr>
        <p:grpSpPr>
          <a:xfrm>
            <a:off x="6146640" y="0"/>
            <a:ext cx="2997000" cy="875880"/>
            <a:chOff x="6146640" y="0"/>
            <a:chExt cx="2997000" cy="875880"/>
          </a:xfrm>
        </p:grpSpPr>
        <p:sp>
          <p:nvSpPr>
            <p:cNvPr id="5" name="CustomShape 4"/>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pic>
          <p:nvPicPr>
            <p:cNvPr id="6" name="Picture 9" descr="LOGO.gif"/>
            <p:cNvPicPr/>
            <p:nvPr/>
          </p:nvPicPr>
          <p:blipFill>
            <a:blip r:embed="rId14"/>
            <a:srcRect b="10718"/>
            <a:stretch/>
          </p:blipFill>
          <p:spPr>
            <a:xfrm>
              <a:off x="6553080" y="228600"/>
              <a:ext cx="2057040" cy="634680"/>
            </a:xfrm>
            <a:prstGeom prst="rect">
              <a:avLst/>
            </a:prstGeom>
            <a:ln w="9360">
              <a:noFill/>
            </a:ln>
          </p:spPr>
        </p:pic>
        <p:sp>
          <p:nvSpPr>
            <p:cNvPr id="7" name="CustomShape 5"/>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sp>
      </p:grpSp>
      <p:pic>
        <p:nvPicPr>
          <p:cNvPr id="8" name="Picture 15" descr="logo.jpg"/>
          <p:cNvPicPr/>
          <p:nvPr/>
        </p:nvPicPr>
        <p:blipFill>
          <a:blip r:embed="rId15"/>
          <a:stretch/>
        </p:blipFill>
        <p:spPr>
          <a:xfrm>
            <a:off x="6553080" y="228600"/>
            <a:ext cx="1920600" cy="609120"/>
          </a:xfrm>
          <a:prstGeom prst="rect">
            <a:avLst/>
          </a:prstGeom>
          <a:ln w="9360">
            <a:noFill/>
          </a:ln>
        </p:spPr>
      </p:pic>
      <p:pic>
        <p:nvPicPr>
          <p:cNvPr id="9" name="Picture 10" descr="LOGO.gif"/>
          <p:cNvPicPr/>
          <p:nvPr/>
        </p:nvPicPr>
        <p:blipFill>
          <a:blip r:embed="rId14"/>
          <a:srcRect b="10718"/>
          <a:stretch/>
        </p:blipFill>
        <p:spPr>
          <a:xfrm>
            <a:off x="6553080" y="228600"/>
            <a:ext cx="2057040" cy="634680"/>
          </a:xfrm>
          <a:prstGeom prst="rect">
            <a:avLst/>
          </a:prstGeom>
          <a:ln w="9360">
            <a:noFill/>
          </a:ln>
        </p:spPr>
      </p:pic>
      <p:grpSp>
        <p:nvGrpSpPr>
          <p:cNvPr id="10" name="Group 6"/>
          <p:cNvGrpSpPr/>
          <p:nvPr/>
        </p:nvGrpSpPr>
        <p:grpSpPr>
          <a:xfrm>
            <a:off x="6146640" y="0"/>
            <a:ext cx="2997000" cy="875880"/>
            <a:chOff x="6146640" y="0"/>
            <a:chExt cx="2997000" cy="875880"/>
          </a:xfrm>
        </p:grpSpPr>
        <p:sp>
          <p:nvSpPr>
            <p:cNvPr id="11" name="CustomShape 7"/>
            <p:cNvSpPr/>
            <p:nvPr/>
          </p:nvSpPr>
          <p:spPr>
            <a:xfrm>
              <a:off x="6146640" y="0"/>
              <a:ext cx="2997000" cy="837720"/>
            </a:xfrm>
            <a:prstGeom prst="rect">
              <a:avLst/>
            </a:prstGeom>
            <a:solidFill>
              <a:srgbClr val="FF3300"/>
            </a:solidFill>
            <a:ln w="9360">
              <a:noFill/>
            </a:ln>
          </p:spPr>
          <p:style>
            <a:lnRef idx="0">
              <a:scrgbClr r="0" g="0" b="0"/>
            </a:lnRef>
            <a:fillRef idx="0">
              <a:scrgbClr r="0" g="0" b="0"/>
            </a:fillRef>
            <a:effectRef idx="0">
              <a:scrgbClr r="0" g="0" b="0"/>
            </a:effectRef>
            <a:fontRef idx="minor"/>
          </p:style>
        </p:sp>
        <p:pic>
          <p:nvPicPr>
            <p:cNvPr id="12" name="Picture 9" descr="LOGO.gif"/>
            <p:cNvPicPr/>
            <p:nvPr/>
          </p:nvPicPr>
          <p:blipFill>
            <a:blip r:embed="rId14"/>
            <a:srcRect b="10718"/>
            <a:stretch/>
          </p:blipFill>
          <p:spPr>
            <a:xfrm>
              <a:off x="6553080" y="228600"/>
              <a:ext cx="2057040" cy="634680"/>
            </a:xfrm>
            <a:prstGeom prst="rect">
              <a:avLst/>
            </a:prstGeom>
            <a:ln w="9360">
              <a:noFill/>
            </a:ln>
          </p:spPr>
        </p:pic>
        <p:sp>
          <p:nvSpPr>
            <p:cNvPr id="13" name="CustomShape 8"/>
            <p:cNvSpPr/>
            <p:nvPr/>
          </p:nvSpPr>
          <p:spPr>
            <a:xfrm>
              <a:off x="6527880" y="190440"/>
              <a:ext cx="2076120" cy="6854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sp>
      </p:grpSp>
      <p:pic>
        <p:nvPicPr>
          <p:cNvPr id="14" name="Picture 15" descr="logo.jpg"/>
          <p:cNvPicPr/>
          <p:nvPr/>
        </p:nvPicPr>
        <p:blipFill>
          <a:blip r:embed="rId15"/>
          <a:stretch/>
        </p:blipFill>
        <p:spPr>
          <a:xfrm>
            <a:off x="6553080" y="228600"/>
            <a:ext cx="1920600" cy="609120"/>
          </a:xfrm>
          <a:prstGeom prst="rect">
            <a:avLst/>
          </a:prstGeom>
          <a:ln w="9360">
            <a:noFill/>
          </a:ln>
        </p:spPr>
      </p:pic>
      <p:sp>
        <p:nvSpPr>
          <p:cNvPr id="15" name="PlaceHolder 9"/>
          <p:cNvSpPr>
            <a:spLocks noGrp="1"/>
          </p:cNvSpPr>
          <p:nvPr>
            <p:ph type="title"/>
          </p:nvPr>
        </p:nvSpPr>
        <p:spPr>
          <a:xfrm>
            <a:off x="0" y="0"/>
            <a:ext cx="6476760" cy="837720"/>
          </a:xfrm>
          <a:prstGeom prst="rect">
            <a:avLst/>
          </a:prstGeom>
        </p:spPr>
        <p:txBody>
          <a:bodyPr anchor="ctr">
            <a:noAutofit/>
          </a:bodyPr>
          <a:lstStyle/>
          <a:p>
            <a:pPr algn="ctr">
              <a:lnSpc>
                <a:spcPct val="100000"/>
              </a:lnSpc>
            </a:pPr>
            <a:r>
              <a:rPr lang="en-US" sz="3000" b="0" strike="noStrike" spc="-1" dirty="0">
                <a:solidFill>
                  <a:srgbClr val="000000"/>
                </a:solidFill>
                <a:latin typeface="Calibri"/>
                <a:ea typeface="MS PGothic"/>
              </a:rPr>
              <a:t>Click to edit Master title style</a:t>
            </a:r>
            <a:endParaRPr lang="en-US" sz="3000" b="0" strike="noStrike" spc="-1" dirty="0">
              <a:solidFill>
                <a:srgbClr val="000000"/>
              </a:solidFill>
              <a:latin typeface="Arial"/>
            </a:endParaRPr>
          </a:p>
        </p:txBody>
      </p:sp>
      <p:sp>
        <p:nvSpPr>
          <p:cNvPr id="16" name="PlaceHolder 10"/>
          <p:cNvSpPr>
            <a:spLocks noGrp="1"/>
          </p:cNvSpPr>
          <p:nvPr>
            <p:ph type="body"/>
          </p:nvPr>
        </p:nvSpPr>
        <p:spPr>
          <a:xfrm>
            <a:off x="457200" y="1371600"/>
            <a:ext cx="8229240" cy="4525560"/>
          </a:xfrm>
          <a:prstGeom prst="rect">
            <a:avLst/>
          </a:prstGeom>
        </p:spPr>
        <p:txBody>
          <a:bodyPr>
            <a:noAutofit/>
          </a:bodyPr>
          <a:lstStyle/>
          <a:p>
            <a:pPr marL="343080" indent="-342720">
              <a:lnSpc>
                <a:spcPct val="100000"/>
              </a:lnSpc>
              <a:spcBef>
                <a:spcPts val="641"/>
              </a:spcBef>
              <a:buClr>
                <a:srgbClr val="000000"/>
              </a:buClr>
              <a:buFont typeface="Arial"/>
              <a:buChar char="•"/>
            </a:pPr>
            <a:r>
              <a:rPr lang="en-US" sz="3200" b="0" strike="noStrike" spc="-1" dirty="0">
                <a:solidFill>
                  <a:srgbClr val="000000"/>
                </a:solidFill>
                <a:latin typeface="Calibri"/>
                <a:ea typeface="MS PGothic"/>
              </a:rPr>
              <a:t>Click to edit Master text styles</a:t>
            </a:r>
            <a:endParaRPr lang="en-US" sz="3200" b="0" strike="noStrike" spc="-1" dirty="0">
              <a:solidFill>
                <a:srgbClr val="000000"/>
              </a:solidFill>
              <a:latin typeface="Calibri"/>
            </a:endParaRPr>
          </a:p>
          <a:p>
            <a:pPr marL="743040" lvl="1" indent="-285480">
              <a:lnSpc>
                <a:spcPct val="100000"/>
              </a:lnSpc>
              <a:spcBef>
                <a:spcPts val="561"/>
              </a:spcBef>
              <a:buClr>
                <a:srgbClr val="000000"/>
              </a:buClr>
              <a:buFont typeface="Arial"/>
              <a:buChar char="–"/>
            </a:pPr>
            <a:r>
              <a:rPr lang="en-US" sz="2800" b="0" strike="noStrike" spc="-1" dirty="0">
                <a:solidFill>
                  <a:srgbClr val="000000"/>
                </a:solidFill>
                <a:latin typeface="Calibri"/>
                <a:ea typeface="MS PGothic"/>
              </a:rPr>
              <a:t>Second level</a:t>
            </a:r>
            <a:endParaRPr lang="en-US" sz="2800" b="0" strike="noStrike" spc="-1" dirty="0">
              <a:solidFill>
                <a:srgbClr val="000000"/>
              </a:solidFill>
              <a:latin typeface="Calibri"/>
            </a:endParaRPr>
          </a:p>
          <a:p>
            <a:pPr marL="1143000" lvl="2" indent="-228240">
              <a:lnSpc>
                <a:spcPct val="100000"/>
              </a:lnSpc>
              <a:spcBef>
                <a:spcPts val="479"/>
              </a:spcBef>
              <a:buClr>
                <a:srgbClr val="000000"/>
              </a:buClr>
              <a:buFont typeface="Arial"/>
              <a:buChar char="•"/>
            </a:pPr>
            <a:r>
              <a:rPr lang="en-US" sz="2400" b="0" strike="noStrike" spc="-1" dirty="0">
                <a:solidFill>
                  <a:srgbClr val="000000"/>
                </a:solidFill>
                <a:latin typeface="Calibri"/>
                <a:ea typeface="MS PGothic"/>
              </a:rPr>
              <a:t>Third level</a:t>
            </a:r>
            <a:endParaRPr lang="en-US" sz="2400" b="0" strike="noStrike" spc="-1" dirty="0">
              <a:solidFill>
                <a:srgbClr val="000000"/>
              </a:solidFill>
              <a:latin typeface="Calibri"/>
            </a:endParaRPr>
          </a:p>
          <a:p>
            <a:pPr marL="1600200" lvl="3" indent="-228240">
              <a:lnSpc>
                <a:spcPct val="100000"/>
              </a:lnSpc>
              <a:spcBef>
                <a:spcPts val="400"/>
              </a:spcBef>
              <a:buClr>
                <a:srgbClr val="000000"/>
              </a:buClr>
              <a:buFont typeface="Arial"/>
              <a:buChar char="–"/>
            </a:pPr>
            <a:r>
              <a:rPr lang="en-US" sz="2000" b="0" strike="noStrike" spc="-1" dirty="0">
                <a:solidFill>
                  <a:srgbClr val="000000"/>
                </a:solidFill>
                <a:latin typeface="Calibri"/>
                <a:ea typeface="MS PGothic"/>
              </a:rPr>
              <a:t>Fourth level</a:t>
            </a:r>
            <a:endParaRPr lang="en-US" sz="2000" b="0" strike="noStrike" spc="-1" dirty="0">
              <a:solidFill>
                <a:srgbClr val="000000"/>
              </a:solidFill>
              <a:latin typeface="Calibri"/>
            </a:endParaRPr>
          </a:p>
          <a:p>
            <a:pPr marL="2057400" lvl="4" indent="-228240">
              <a:lnSpc>
                <a:spcPct val="100000"/>
              </a:lnSpc>
              <a:spcBef>
                <a:spcPts val="400"/>
              </a:spcBef>
              <a:buClr>
                <a:srgbClr val="000000"/>
              </a:buClr>
              <a:buFont typeface="Arial"/>
              <a:buChar char="»"/>
            </a:pPr>
            <a:r>
              <a:rPr lang="en-US" sz="2000" b="0" strike="noStrike" spc="-1" dirty="0">
                <a:solidFill>
                  <a:srgbClr val="000000"/>
                </a:solidFill>
                <a:latin typeface="Calibri"/>
                <a:ea typeface="MS PGothic"/>
              </a:rPr>
              <a:t>Fifth level</a:t>
            </a:r>
            <a:endParaRPr lang="en-US" sz="2000" b="0" strike="noStrike" spc="-1" dirty="0">
              <a:solidFill>
                <a:srgbClr val="000000"/>
              </a:solidFill>
              <a:latin typeface="Calibri"/>
            </a:endParaRPr>
          </a:p>
        </p:txBody>
      </p:sp>
      <p:sp>
        <p:nvSpPr>
          <p:cNvPr id="17" name="PlaceHolder 11"/>
          <p:cNvSpPr>
            <a:spLocks noGrp="1"/>
          </p:cNvSpPr>
          <p:nvPr>
            <p:ph type="dt"/>
          </p:nvPr>
        </p:nvSpPr>
        <p:spPr>
          <a:xfrm>
            <a:off x="457200" y="6356520"/>
            <a:ext cx="2133360" cy="364680"/>
          </a:xfrm>
          <a:prstGeom prst="rect">
            <a:avLst/>
          </a:prstGeom>
        </p:spPr>
        <p:txBody>
          <a:bodyPr anchor="ctr">
            <a:noAutofit/>
          </a:bodyPr>
          <a:lstStyle/>
          <a:p>
            <a:pPr>
              <a:lnSpc>
                <a:spcPct val="100000"/>
              </a:lnSpc>
            </a:pPr>
            <a:endParaRPr lang="en-GB" sz="1200" b="0" strike="noStrike" spc="-1">
              <a:latin typeface="Times New Roman"/>
            </a:endParaRPr>
          </a:p>
        </p:txBody>
      </p:sp>
      <p:sp>
        <p:nvSpPr>
          <p:cNvPr id="18" name="PlaceHolder 12"/>
          <p:cNvSpPr>
            <a:spLocks noGrp="1"/>
          </p:cNvSpPr>
          <p:nvPr>
            <p:ph type="ftr"/>
          </p:nvPr>
        </p:nvSpPr>
        <p:spPr>
          <a:xfrm>
            <a:off x="3124080" y="6356520"/>
            <a:ext cx="2895120" cy="364680"/>
          </a:xfrm>
          <a:prstGeom prst="rect">
            <a:avLst/>
          </a:prstGeom>
        </p:spPr>
        <p:txBody>
          <a:bodyPr anchor="ctr">
            <a:noAutofit/>
          </a:bodyPr>
          <a:lstStyle/>
          <a:p>
            <a:r>
              <a:rPr lang="en-GB" sz="2400" b="0" strike="noStrike" spc="-1">
                <a:latin typeface="Times New Roman"/>
              </a:rPr>
              <a:t>Name</a:t>
            </a:r>
          </a:p>
        </p:txBody>
      </p:sp>
      <p:sp>
        <p:nvSpPr>
          <p:cNvPr id="19" name="PlaceHolder 13"/>
          <p:cNvSpPr>
            <a:spLocks noGrp="1"/>
          </p:cNvSpPr>
          <p:nvPr>
            <p:ph type="sldNum"/>
          </p:nvPr>
        </p:nvSpPr>
        <p:spPr>
          <a:xfrm>
            <a:off x="6553080" y="6356520"/>
            <a:ext cx="2133360" cy="364680"/>
          </a:xfrm>
          <a:prstGeom prst="rect">
            <a:avLst/>
          </a:prstGeom>
        </p:spPr>
        <p:txBody>
          <a:bodyPr anchor="ctr">
            <a:noAutofit/>
          </a:bodyPr>
          <a:lstStyle/>
          <a:p>
            <a:pPr algn="r">
              <a:lnSpc>
                <a:spcPct val="100000"/>
              </a:lnSpc>
            </a:pPr>
            <a:fld id="{1CFDC92E-FF5D-4613-8499-B15BC16E50D9}" type="slidenum">
              <a:rPr lang="en-US" sz="1200" b="0" strike="noStrike" spc="-1">
                <a:solidFill>
                  <a:srgbClr val="898989"/>
                </a:solidFill>
                <a:latin typeface="Calibri"/>
                <a:ea typeface="MS PGothic"/>
              </a:rPr>
              <a:pPr algn="r">
                <a:lnSpc>
                  <a:spcPct val="100000"/>
                </a:lnSpc>
              </a:pPr>
              <a:t>‹#›</a:t>
            </a:fld>
            <a:endParaRPr lang="en-GB" sz="1200" b="0" strike="noStrike" spc="-1">
              <a:latin typeface="Times New Roman"/>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Shape 1"/>
          <p:cNvSpPr txBox="1"/>
          <p:nvPr/>
        </p:nvSpPr>
        <p:spPr>
          <a:xfrm>
            <a:off x="0" y="840631"/>
            <a:ext cx="9144000" cy="5710998"/>
          </a:xfrm>
          <a:prstGeom prst="rect">
            <a:avLst/>
          </a:prstGeom>
          <a:noFill/>
          <a:ln w="9360">
            <a:noFill/>
          </a:ln>
        </p:spPr>
        <p:txBody>
          <a:bodyPr>
            <a:noAutofit/>
          </a:bodyPr>
          <a:lstStyle/>
          <a:p>
            <a:pPr algn="ctr">
              <a:lnSpc>
                <a:spcPct val="100000"/>
              </a:lnSpc>
              <a:spcBef>
                <a:spcPts val="400"/>
              </a:spcBef>
            </a:pPr>
            <a:r>
              <a:rPr lang="en-IN" b="1" dirty="0">
                <a:latin typeface="Times New Roman" panose="02020603050405020304" pitchFamily="18" charset="0"/>
                <a:ea typeface="Calibri" panose="020F0502020204030204" pitchFamily="34" charset="0"/>
                <a:cs typeface="Times New Roman" panose="02020603050405020304" pitchFamily="18" charset="0"/>
              </a:rPr>
              <a:t>Project Presentation of Industry Oriented Hands on Experience (22CS422)</a:t>
            </a:r>
          </a:p>
          <a:p>
            <a:pPr algn="ctr">
              <a:lnSpc>
                <a:spcPct val="100000"/>
              </a:lnSpc>
              <a:spcBef>
                <a:spcPts val="400"/>
              </a:spcBef>
            </a:pPr>
            <a:r>
              <a:rPr lang="en-US" sz="2000" spc="-1" dirty="0">
                <a:latin typeface="Times New Roman" panose="02020603050405020304" pitchFamily="18" charset="0"/>
                <a:ea typeface="Calibri" panose="020F0502020204030204" pitchFamily="34" charset="0"/>
                <a:cs typeface="Times New Roman" panose="02020603050405020304" pitchFamily="18" charset="0"/>
              </a:rPr>
              <a:t>On</a:t>
            </a:r>
          </a:p>
          <a:p>
            <a:pPr algn="ctr">
              <a:lnSpc>
                <a:spcPct val="100000"/>
              </a:lnSpc>
              <a:spcBef>
                <a:spcPts val="400"/>
              </a:spcBef>
            </a:pPr>
            <a:r>
              <a:rPr lang="en-US" sz="4800" i="1" spc="-1" dirty="0">
                <a:latin typeface="Times New Roman" panose="02020603050405020304" pitchFamily="18" charset="0"/>
                <a:ea typeface="Calibri" panose="020F0502020204030204" pitchFamily="34" charset="0"/>
                <a:cs typeface="Times New Roman" panose="02020603050405020304" pitchFamily="18" charset="0"/>
              </a:rPr>
              <a:t>Chirp</a:t>
            </a:r>
            <a:endParaRPr lang="en-US" sz="2000" i="1" spc="-1" dirty="0">
              <a:latin typeface="Times New Roman" panose="02020603050405020304" pitchFamily="18" charset="0"/>
              <a:ea typeface="Calibri" panose="020F0502020204030204" pitchFamily="34" charset="0"/>
              <a:cs typeface="Times New Roman" panose="02020603050405020304" pitchFamily="18" charset="0"/>
            </a:endParaRPr>
          </a:p>
          <a:p>
            <a:pPr algn="ctr">
              <a:lnSpc>
                <a:spcPct val="100000"/>
              </a:lnSpc>
              <a:spcBef>
                <a:spcPts val="400"/>
              </a:spcBef>
            </a:pPr>
            <a:br>
              <a:rPr lang="en-US" sz="2000" b="0" strike="noStrike" spc="-1" dirty="0">
                <a:solidFill>
                  <a:srgbClr val="000000"/>
                </a:solidFill>
                <a:latin typeface="Times New Roman" panose="02020603050405020304" pitchFamily="18" charset="0"/>
                <a:ea typeface="MS PGothic"/>
                <a:cs typeface="Times New Roman" panose="02020603050405020304" pitchFamily="18" charset="0"/>
              </a:rPr>
            </a:br>
            <a:r>
              <a:rPr lang="en-IN" dirty="0"/>
              <a:t>Rakshit Kamboj  2210992134</a:t>
            </a:r>
          </a:p>
          <a:p>
            <a:pPr algn="ctr">
              <a:lnSpc>
                <a:spcPct val="100000"/>
              </a:lnSpc>
              <a:spcBef>
                <a:spcPts val="400"/>
              </a:spcBef>
            </a:pPr>
            <a:r>
              <a:rPr lang="en-IN" dirty="0"/>
              <a:t>Rhythm</a:t>
            </a:r>
            <a:r>
              <a:rPr lang="en-IN" b="1" dirty="0"/>
              <a:t> </a:t>
            </a:r>
            <a:r>
              <a:rPr lang="en-IN" dirty="0"/>
              <a:t>Goyal    2210992147</a:t>
            </a:r>
          </a:p>
          <a:p>
            <a:pPr algn="ctr">
              <a:lnSpc>
                <a:spcPct val="100000"/>
              </a:lnSpc>
              <a:spcBef>
                <a:spcPts val="400"/>
              </a:spcBef>
            </a:pPr>
            <a:r>
              <a:rPr lang="en-IN" dirty="0"/>
              <a:t>Rishabhdev        2210992156</a:t>
            </a:r>
          </a:p>
          <a:p>
            <a:pPr algn="ctr">
              <a:lnSpc>
                <a:spcPct val="100000"/>
              </a:lnSpc>
              <a:spcBef>
                <a:spcPts val="400"/>
              </a:spcBef>
            </a:pPr>
            <a:r>
              <a:rPr lang="en-IN" dirty="0"/>
              <a:t> Ayush                 2210991418</a:t>
            </a:r>
            <a:endParaRPr lang="en-US" sz="2000" spc="-1" dirty="0">
              <a:solidFill>
                <a:srgbClr val="000000"/>
              </a:solidFill>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endParaRPr lang="en-US" sz="2000" b="0" strike="noStrike" spc="-1" dirty="0">
              <a:solidFill>
                <a:srgbClr val="000000"/>
              </a:solidFill>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r>
              <a:rPr lang="en-US" sz="2000" spc="-1" dirty="0">
                <a:solidFill>
                  <a:srgbClr val="000000"/>
                </a:solidFill>
                <a:latin typeface="Times New Roman" panose="02020603050405020304" pitchFamily="18" charset="0"/>
                <a:ea typeface="MS PGothic"/>
                <a:cs typeface="Times New Roman" panose="02020603050405020304" pitchFamily="18" charset="0"/>
              </a:rPr>
              <a:t>Supervised By</a:t>
            </a:r>
          </a:p>
          <a:p>
            <a:pPr algn="ctr">
              <a:lnSpc>
                <a:spcPct val="100000"/>
              </a:lnSpc>
              <a:spcBef>
                <a:spcPts val="400"/>
              </a:spcBef>
            </a:pPr>
            <a:r>
              <a:rPr lang="en-IN" dirty="0"/>
              <a:t>Dr. Shikha </a:t>
            </a:r>
            <a:r>
              <a:rPr lang="en-IN"/>
              <a:t>Tuteja</a:t>
            </a:r>
            <a:r>
              <a:rPr lang="en-IN" b="1"/>
              <a:t> </a:t>
            </a:r>
            <a:endParaRPr lang="en-US" sz="2000" spc="-1" dirty="0">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endParaRPr lang="en-US" sz="2000" spc="-1" dirty="0">
              <a:latin typeface="Times New Roman" panose="02020603050405020304" pitchFamily="18" charset="0"/>
              <a:ea typeface="MS PGothic"/>
              <a:cs typeface="Times New Roman" panose="02020603050405020304" pitchFamily="18" charset="0"/>
            </a:endParaRPr>
          </a:p>
          <a:p>
            <a:pPr algn="ctr">
              <a:lnSpc>
                <a:spcPct val="100000"/>
              </a:lnSpc>
              <a:spcBef>
                <a:spcPts val="400"/>
              </a:spcBef>
            </a:pPr>
            <a:r>
              <a:rPr lang="en-US" sz="2400" spc="-1" dirty="0">
                <a:latin typeface="Times New Roman" panose="02020603050405020304" pitchFamily="18" charset="0"/>
                <a:ea typeface="MS PGothic"/>
                <a:cs typeface="Times New Roman" panose="02020603050405020304" pitchFamily="18" charset="0"/>
              </a:rPr>
              <a:t>Department of </a:t>
            </a:r>
            <a:r>
              <a:rPr lang="en-US" sz="2400" b="0" strike="noStrike" spc="-1" dirty="0">
                <a:latin typeface="Times New Roman" panose="02020603050405020304" pitchFamily="18" charset="0"/>
                <a:ea typeface="MS PGothic"/>
                <a:cs typeface="Times New Roman" panose="02020603050405020304" pitchFamily="18" charset="0"/>
              </a:rPr>
              <a:t>Computer Science and Engineering, </a:t>
            </a:r>
          </a:p>
          <a:p>
            <a:pPr algn="ctr">
              <a:lnSpc>
                <a:spcPct val="100000"/>
              </a:lnSpc>
              <a:spcBef>
                <a:spcPts val="400"/>
              </a:spcBef>
            </a:pPr>
            <a:r>
              <a:rPr lang="en-US" sz="2400" b="0" strike="noStrike" spc="-1" dirty="0">
                <a:latin typeface="Times New Roman" panose="02020603050405020304" pitchFamily="18" charset="0"/>
                <a:ea typeface="MS PGothic"/>
                <a:cs typeface="Times New Roman" panose="02020603050405020304" pitchFamily="18" charset="0"/>
              </a:rPr>
              <a:t>Chitkara University, Punjab</a:t>
            </a:r>
          </a:p>
          <a:p>
            <a:pPr algn="ctr">
              <a:lnSpc>
                <a:spcPct val="150000"/>
              </a:lnSpc>
              <a:spcBef>
                <a:spcPts val="400"/>
              </a:spcBef>
            </a:pPr>
            <a:endParaRPr lang="en-US" sz="2000" b="0" strike="noStrike" spc="-1" dirty="0">
              <a:solidFill>
                <a:srgbClr val="000000"/>
              </a:solidFill>
              <a:latin typeface="Calibri"/>
            </a:endParaRPr>
          </a:p>
          <a:p>
            <a:pPr>
              <a:lnSpc>
                <a:spcPct val="100000"/>
              </a:lnSpc>
              <a:spcBef>
                <a:spcPts val="641"/>
              </a:spcBef>
            </a:pPr>
            <a:endParaRPr lang="en-US" sz="2000" b="0" strike="noStrike" spc="-1" dirty="0">
              <a:solidFill>
                <a:srgbClr val="000000"/>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457200" y="0"/>
            <a:ext cx="6019560" cy="837720"/>
          </a:xfrm>
          <a:prstGeom prst="rect">
            <a:avLst/>
          </a:prstGeom>
          <a:noFill/>
          <a:ln w="9360">
            <a:noFill/>
          </a:ln>
        </p:spPr>
        <p:txBody>
          <a:bodyPr anchor="ctr">
            <a:noAutofit/>
          </a:bodyPr>
          <a:lstStyle/>
          <a:p>
            <a:pPr algn="ctr">
              <a:lnSpc>
                <a:spcPct val="100000"/>
              </a:lnSpc>
            </a:pPr>
            <a:r>
              <a:rPr lang="en" sz="3200" dirty="0">
                <a:latin typeface="Times New Roman" panose="02020603050405020304" pitchFamily="18" charset="0"/>
                <a:cs typeface="Times New Roman" panose="02020603050405020304" pitchFamily="18" charset="0"/>
              </a:rPr>
              <a:t>Introduction</a:t>
            </a:r>
            <a:endParaRPr lang="en-US" sz="3000" b="0" strike="noStrike" spc="-1" dirty="0">
              <a:solidFill>
                <a:srgbClr val="000000"/>
              </a:solidFill>
              <a:latin typeface="Times New Roman" panose="02020603050405020304" pitchFamily="18" charset="0"/>
              <a:cs typeface="Times New Roman" panose="0202060305040502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2</a:t>
            </a:fld>
            <a:endParaRPr lang="en-GB" sz="1200" b="0" strike="noStrike" spc="-1">
              <a:latin typeface="Times New Roman"/>
            </a:endParaRPr>
          </a:p>
        </p:txBody>
      </p:sp>
      <p:sp>
        <p:nvSpPr>
          <p:cNvPr id="5" name="TextShape 2"/>
          <p:cNvSpPr txBox="1"/>
          <p:nvPr/>
        </p:nvSpPr>
        <p:spPr>
          <a:xfrm>
            <a:off x="305280" y="1090888"/>
            <a:ext cx="8838720" cy="4838571"/>
          </a:xfrm>
          <a:prstGeom prst="rect">
            <a:avLst/>
          </a:prstGeom>
          <a:noFill/>
          <a:ln w="9360">
            <a:noFill/>
          </a:ln>
        </p:spPr>
        <p:txBody>
          <a:bodyPr>
            <a:noAutofit/>
          </a:bodyPr>
          <a:lstStyle/>
          <a:p>
            <a:pPr>
              <a:lnSpc>
                <a:spcPct val="150000"/>
              </a:lnSpc>
              <a:spcBef>
                <a:spcPts val="400"/>
              </a:spcBef>
            </a:pPr>
            <a:endParaRPr lang="en-US" sz="1900" b="0" strike="noStrike" spc="-1" dirty="0">
              <a:solidFill>
                <a:srgbClr val="000000"/>
              </a:solidFill>
              <a:latin typeface="Calibri"/>
            </a:endParaRPr>
          </a:p>
          <a:p>
            <a:pPr marL="457200" lvl="0" indent="-317500">
              <a:buClr>
                <a:srgbClr val="000000"/>
              </a:buClr>
              <a:buSzPts val="1400"/>
              <a:buChar char="●"/>
            </a:pPr>
            <a:r>
              <a:rPr lang="en-GB" sz="2000" dirty="0">
                <a:solidFill>
                  <a:srgbClr val="000000"/>
                </a:solidFill>
                <a:latin typeface="Times New Roman" panose="02020603050405020304" pitchFamily="18" charset="0"/>
                <a:ea typeface="Calibri" panose="020F0502020204030204" pitchFamily="34" charset="0"/>
                <a:cs typeface="Times New Roman" panose="02020603050405020304" pitchFamily="18" charset="0"/>
              </a:rPr>
              <a:t>Real-time chat application for flawless communication.</a:t>
            </a:r>
          </a:p>
          <a:p>
            <a:pPr marL="457200" lvl="0" indent="-317500">
              <a:buClr>
                <a:srgbClr val="000000"/>
              </a:buClr>
              <a:buSzPts val="1400"/>
              <a:buChar char="●"/>
            </a:pPr>
            <a:r>
              <a:rPr lang="en-GB" sz="2000" dirty="0">
                <a:solidFill>
                  <a:srgbClr val="000000"/>
                </a:solidFill>
                <a:latin typeface="Times New Roman" panose="02020603050405020304" pitchFamily="18" charset="0"/>
                <a:ea typeface="Calibri" panose="020F0502020204030204" pitchFamily="34" charset="0"/>
                <a:cs typeface="Times New Roman" panose="02020603050405020304" pitchFamily="18" charset="0"/>
              </a:rPr>
              <a:t> Supports instant messaging and media uploading.</a:t>
            </a:r>
          </a:p>
          <a:p>
            <a:pPr marL="457200" lvl="0" indent="-317500">
              <a:buClr>
                <a:srgbClr val="000000"/>
              </a:buClr>
              <a:buSzPts val="1400"/>
              <a:buChar char="●"/>
            </a:pPr>
            <a:r>
              <a:rPr lang="en-GB" sz="2000" dirty="0">
                <a:solidFill>
                  <a:srgbClr val="000000"/>
                </a:solidFill>
                <a:latin typeface="Times New Roman" panose="02020603050405020304" pitchFamily="18" charset="0"/>
                <a:ea typeface="Calibri" panose="020F0502020204030204" pitchFamily="34" charset="0"/>
                <a:cs typeface="Times New Roman" panose="02020603050405020304" pitchFamily="18" charset="0"/>
              </a:rPr>
              <a:t> Real-time notifications for receiving any new message.</a:t>
            </a:r>
          </a:p>
          <a:p>
            <a:pPr marL="457200" lvl="0" indent="-317500">
              <a:buClr>
                <a:srgbClr val="000000"/>
              </a:buClr>
              <a:buSzPts val="1400"/>
              <a:buChar char="●"/>
            </a:pPr>
            <a:r>
              <a:rPr lang="en-GB" sz="2000" dirty="0">
                <a:solidFill>
                  <a:srgbClr val="000000"/>
                </a:solidFill>
                <a:latin typeface="Times New Roman" panose="02020603050405020304" pitchFamily="18" charset="0"/>
                <a:ea typeface="Calibri" panose="020F0502020204030204" pitchFamily="34" charset="0"/>
                <a:cs typeface="Times New Roman" panose="02020603050405020304" pitchFamily="18" charset="0"/>
              </a:rPr>
              <a:t> Can be used for personal or professional communications.</a:t>
            </a:r>
          </a:p>
          <a:p>
            <a:pPr marL="457200" lvl="0" indent="-317500">
              <a:buClr>
                <a:srgbClr val="000000"/>
              </a:buClr>
              <a:buSzPts val="1400"/>
              <a:buChar char="●"/>
            </a:pPr>
            <a:r>
              <a:rPr lang="en-GB" sz="2000" dirty="0">
                <a:solidFill>
                  <a:srgbClr val="000000"/>
                </a:solidFill>
                <a:latin typeface="Times New Roman" panose="02020603050405020304" pitchFamily="18" charset="0"/>
                <a:ea typeface="Calibri" panose="020F0502020204030204" pitchFamily="34" charset="0"/>
                <a:cs typeface="Times New Roman" panose="02020603050405020304" pitchFamily="18" charset="0"/>
              </a:rPr>
              <a:t> Emphasizes on safety, speed, and usability.</a:t>
            </a:r>
          </a:p>
          <a:p>
            <a:pPr marL="457200" lvl="0" indent="-317500">
              <a:buClr>
                <a:srgbClr val="000000"/>
              </a:buClr>
              <a:buSzPts val="1400"/>
              <a:buChar char="●"/>
            </a:pPr>
            <a:r>
              <a:rPr lang="en-GB" sz="2000" dirty="0">
                <a:solidFill>
                  <a:srgbClr val="000000"/>
                </a:solidFill>
                <a:latin typeface="Times New Roman" panose="02020603050405020304" pitchFamily="18" charset="0"/>
                <a:ea typeface="Calibri" panose="020F0502020204030204" pitchFamily="34" charset="0"/>
                <a:cs typeface="Times New Roman" panose="02020603050405020304" pitchFamily="18" charset="0"/>
              </a:rPr>
              <a:t> Has a friendly user interface for ease of use.</a:t>
            </a:r>
            <a:endParaRPr lang="en-US" sz="1900" b="0" strike="noStrike" spc="-1" dirty="0">
              <a:solidFill>
                <a:srgbClr val="000000"/>
              </a:solidFill>
              <a:latin typeface="Calibri"/>
            </a:endParaRPr>
          </a:p>
          <a:p>
            <a:pPr>
              <a:lnSpc>
                <a:spcPct val="100000"/>
              </a:lnSpc>
              <a:spcBef>
                <a:spcPts val="400"/>
              </a:spcBef>
            </a:pPr>
            <a:endParaRPr lang="en-US" sz="1900" spc="-1" dirty="0">
              <a:solidFill>
                <a:srgbClr val="000000"/>
              </a:solidFill>
              <a:latin typeface="Calibri"/>
            </a:endParaRPr>
          </a:p>
          <a:p>
            <a:pPr>
              <a:lnSpc>
                <a:spcPct val="150000"/>
              </a:lnSpc>
              <a:spcBef>
                <a:spcPts val="400"/>
              </a:spcBef>
            </a:pPr>
            <a:endParaRPr lang="en-US" sz="1900" b="0" strike="noStrike" spc="-1" dirty="0">
              <a:solidFill>
                <a:srgbClr val="000000"/>
              </a:solidFill>
              <a:latin typeface="Calibri"/>
            </a:endParaRPr>
          </a:p>
          <a:p>
            <a:pPr>
              <a:lnSpc>
                <a:spcPct val="150000"/>
              </a:lnSpc>
              <a:spcBef>
                <a:spcPts val="400"/>
              </a:spcBef>
            </a:pPr>
            <a:endParaRPr lang="en-US" sz="1900" b="0" strike="noStrike" spc="-1" dirty="0">
              <a:solidFill>
                <a:srgbClr val="000000"/>
              </a:solidFill>
              <a:latin typeface="Calibri"/>
            </a:endParaRPr>
          </a:p>
          <a:p>
            <a:pPr>
              <a:lnSpc>
                <a:spcPct val="150000"/>
              </a:lnSpc>
              <a:spcBef>
                <a:spcPts val="400"/>
              </a:spcBef>
            </a:pPr>
            <a:endParaRPr lang="en-US" sz="1900" b="0" strike="noStrike" spc="-1" dirty="0">
              <a:solidFill>
                <a:srgbClr val="000000"/>
              </a:solidFill>
              <a:latin typeface="Calibri"/>
            </a:endParaRPr>
          </a:p>
          <a:p>
            <a:pPr>
              <a:lnSpc>
                <a:spcPct val="150000"/>
              </a:lnSpc>
              <a:spcBef>
                <a:spcPts val="400"/>
              </a:spcBef>
            </a:pPr>
            <a:endParaRPr lang="en-US" sz="1900" b="0" strike="noStrike" spc="-1" dirty="0">
              <a:solidFill>
                <a:srgbClr val="000000"/>
              </a:solidFill>
              <a:latin typeface="Calibri"/>
            </a:endParaRPr>
          </a:p>
          <a:p>
            <a:pPr>
              <a:lnSpc>
                <a:spcPct val="100000"/>
              </a:lnSpc>
              <a:spcBef>
                <a:spcPts val="400"/>
              </a:spcBef>
            </a:pPr>
            <a:endParaRPr lang="en-US" sz="1900" b="0" strike="noStrike" spc="-1" dirty="0">
              <a:solidFill>
                <a:srgbClr val="000000"/>
              </a:solidFill>
              <a:latin typeface="Calibri"/>
            </a:endParaRPr>
          </a:p>
          <a:p>
            <a:pPr>
              <a:lnSpc>
                <a:spcPct val="100000"/>
              </a:lnSpc>
              <a:spcBef>
                <a:spcPts val="400"/>
              </a:spcBef>
            </a:pPr>
            <a:endParaRPr lang="en-US" sz="1900" b="0" strike="noStrike" spc="-1" dirty="0">
              <a:solidFill>
                <a:srgbClr val="000000"/>
              </a:solidFill>
              <a:latin typeface="Calibri"/>
            </a:endParaRPr>
          </a:p>
          <a:p>
            <a:pPr>
              <a:lnSpc>
                <a:spcPct val="100000"/>
              </a:lnSpc>
              <a:spcBef>
                <a:spcPts val="400"/>
              </a:spcBef>
            </a:pPr>
            <a:endParaRPr lang="en-US" sz="1900" b="0" strike="noStrike" spc="-1" dirty="0">
              <a:solidFill>
                <a:srgbClr val="000000"/>
              </a:solidFill>
              <a:latin typeface="Calibri"/>
            </a:endParaRPr>
          </a:p>
          <a:p>
            <a:pPr>
              <a:lnSpc>
                <a:spcPct val="100000"/>
              </a:lnSpc>
              <a:spcBef>
                <a:spcPts val="400"/>
              </a:spcBef>
            </a:pPr>
            <a:endParaRPr lang="en-US" sz="1900" b="0" strike="noStrike" spc="-1" dirty="0">
              <a:solidFill>
                <a:srgbClr val="000000"/>
              </a:solidFill>
              <a:latin typeface="Calibri"/>
            </a:endParaRPr>
          </a:p>
          <a:p>
            <a:pPr>
              <a:lnSpc>
                <a:spcPct val="100000"/>
              </a:lnSpc>
              <a:spcBef>
                <a:spcPts val="400"/>
              </a:spcBef>
            </a:pPr>
            <a:endParaRPr lang="en-US" sz="1900" b="0" strike="noStrike" spc="-1" dirty="0">
              <a:solidFill>
                <a:srgbClr val="000000"/>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27D81-CB53-4382-84CD-93D7F7F51195}"/>
              </a:ext>
            </a:extLst>
          </p:cNvPr>
          <p:cNvSpPr>
            <a:spLocks noGrp="1"/>
          </p:cNvSpPr>
          <p:nvPr>
            <p:ph type="title"/>
          </p:nvPr>
        </p:nvSpPr>
        <p:spPr/>
        <p:txBody>
          <a:bodyPr/>
          <a:lstStyle/>
          <a:p>
            <a:pPr algn="ctr"/>
            <a:r>
              <a:rPr lang="en-US" altLang="en-US" sz="3200" dirty="0">
                <a:latin typeface="Times New Roman" panose="02020603050405020304" pitchFamily="18" charset="0"/>
                <a:ea typeface="Times Roman"/>
                <a:cs typeface="Times New Roman" panose="02020603050405020304" pitchFamily="18" charset="0"/>
                <a:sym typeface="Times Roman"/>
              </a:rPr>
              <a:t>Problem Statement</a:t>
            </a:r>
            <a:endParaRPr lang="en-US" sz="3200"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90EFDC6A-4530-44DD-8BA5-A0003CC99158}"/>
              </a:ext>
            </a:extLst>
          </p:cNvPr>
          <p:cNvSpPr>
            <a:spLocks noGrp="1"/>
          </p:cNvSpPr>
          <p:nvPr>
            <p:ph type="subTitle"/>
          </p:nvPr>
        </p:nvSpPr>
        <p:spPr>
          <a:xfrm>
            <a:off x="240383" y="1368850"/>
            <a:ext cx="8229240" cy="3977280"/>
          </a:xfrm>
        </p:spPr>
        <p:txBody>
          <a:bodyPr/>
          <a:lstStyle/>
          <a:p>
            <a:r>
              <a:rPr lang="en-GB" sz="2000" dirty="0">
                <a:latin typeface="Times New Roman" panose="02020603050405020304" pitchFamily="18" charset="0"/>
                <a:cs typeface="Times New Roman" panose="02020603050405020304" pitchFamily="18" charset="0"/>
              </a:rPr>
              <a:t>Delayed messaging: Slow message delivery can cause inefficiencies when there is an urgent need for communication.</a:t>
            </a:r>
          </a:p>
          <a:p>
            <a:endParaRPr lang="en-GB" sz="2000" dirty="0">
              <a:latin typeface="Times New Roman" panose="02020603050405020304" pitchFamily="18" charset="0"/>
              <a:cs typeface="Times New Roman" panose="02020603050405020304" pitchFamily="18" charset="0"/>
            </a:endParaRPr>
          </a:p>
          <a:p>
            <a:r>
              <a:rPr lang="en-GB" sz="2000" dirty="0">
                <a:latin typeface="Times New Roman" panose="02020603050405020304" pitchFamily="18" charset="0"/>
                <a:cs typeface="Times New Roman" panose="02020603050405020304" pitchFamily="18" charset="0"/>
              </a:rPr>
              <a:t>Complexity in interfaces: Some applications are too complex, thus hindering efficient communication.</a:t>
            </a:r>
          </a:p>
          <a:p>
            <a:endParaRPr lang="en-GB" sz="2000" dirty="0">
              <a:latin typeface="Times New Roman" panose="02020603050405020304" pitchFamily="18" charset="0"/>
              <a:cs typeface="Times New Roman" panose="02020603050405020304" pitchFamily="18" charset="0"/>
            </a:endParaRPr>
          </a:p>
          <a:p>
            <a:r>
              <a:rPr lang="en-GB" sz="2000" dirty="0">
                <a:latin typeface="Times New Roman" panose="02020603050405020304" pitchFamily="18" charset="0"/>
                <a:cs typeface="Times New Roman" panose="02020603050405020304" pitchFamily="18" charset="0"/>
              </a:rPr>
              <a:t>Cross-platform compatibility: Most chatting applications do not support cross-platform compatibility, which can make communication cumbersome across various devices and platforms (web and mobile).</a:t>
            </a:r>
          </a:p>
          <a:p>
            <a:endParaRPr lang="en-GB" sz="2000" dirty="0">
              <a:latin typeface="Times New Roman" panose="02020603050405020304" pitchFamily="18" charset="0"/>
              <a:cs typeface="Times New Roman" panose="02020603050405020304" pitchFamily="18" charset="0"/>
            </a:endParaRPr>
          </a:p>
          <a:p>
            <a:r>
              <a:rPr lang="en-GB" sz="2000" dirty="0">
                <a:latin typeface="Times New Roman" panose="02020603050405020304" pitchFamily="18" charset="0"/>
                <a:cs typeface="Times New Roman" panose="02020603050405020304" pitchFamily="18" charset="0"/>
              </a:rPr>
              <a:t>Group management challenges: Most applications do not incorporate proper group management capabilities.</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92132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E2AD3-5303-4C55-A787-F1B80758520A}"/>
              </a:ext>
            </a:extLst>
          </p:cNvPr>
          <p:cNvSpPr>
            <a:spLocks noGrp="1"/>
          </p:cNvSpPr>
          <p:nvPr>
            <p:ph type="title"/>
          </p:nvPr>
        </p:nvSpPr>
        <p:spPr/>
        <p:txBody>
          <a:bodyPr/>
          <a:lstStyle/>
          <a:p>
            <a:pPr algn="ctr"/>
            <a:r>
              <a:rPr lang="en-US" sz="3200" dirty="0">
                <a:latin typeface="Times New Roman" panose="02020603050405020304" pitchFamily="18" charset="0"/>
                <a:cs typeface="Times New Roman" panose="02020603050405020304" pitchFamily="18" charset="0"/>
                <a:sym typeface="Calibri"/>
              </a:rPr>
              <a:t>Technologies Used</a:t>
            </a:r>
            <a:endParaRPr lang="en-US" sz="3200"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F881D1C6-B4E5-4CB1-B659-421227DAE554}"/>
              </a:ext>
            </a:extLst>
          </p:cNvPr>
          <p:cNvSpPr>
            <a:spLocks noGrp="1"/>
          </p:cNvSpPr>
          <p:nvPr>
            <p:ph type="subTitle"/>
          </p:nvPr>
        </p:nvSpPr>
        <p:spPr>
          <a:xfrm>
            <a:off x="141402" y="791853"/>
            <a:ext cx="8545038" cy="5948312"/>
          </a:xfrm>
        </p:spPr>
        <p:txBody>
          <a:bodyPr/>
          <a:lstStyle/>
          <a:p>
            <a:r>
              <a:rPr lang="en-GB" sz="2000" dirty="0">
                <a:latin typeface="Times New Roman" panose="02020603050405020304" pitchFamily="18" charset="0"/>
                <a:cs typeface="Times New Roman" panose="02020603050405020304" pitchFamily="18" charset="0"/>
              </a:rPr>
              <a:t>Frontend:</a:t>
            </a:r>
          </a:p>
          <a:p>
            <a:pPr lvl="1"/>
            <a:r>
              <a:rPr lang="en-GB" sz="1600" dirty="0">
                <a:latin typeface="Times New Roman" panose="02020603050405020304" pitchFamily="18" charset="0"/>
                <a:cs typeface="Times New Roman" panose="02020603050405020304" pitchFamily="18" charset="0"/>
              </a:rPr>
              <a:t>HTML, CSS, JavaScript: Basic elements to build the framework of websites.</a:t>
            </a:r>
          </a:p>
          <a:p>
            <a:pPr lvl="1"/>
            <a:r>
              <a:rPr lang="en-GB" sz="1600" dirty="0">
                <a:latin typeface="Times New Roman" panose="02020603050405020304" pitchFamily="18" charset="0"/>
                <a:cs typeface="Times New Roman" panose="02020603050405020304" pitchFamily="18" charset="0"/>
              </a:rPr>
              <a:t>React.js: Framework used to develop dynamic and interactive frontends with the help of component-based approach.</a:t>
            </a:r>
          </a:p>
          <a:p>
            <a:r>
              <a:rPr lang="en-GB" sz="2000" dirty="0">
                <a:latin typeface="Times New Roman" panose="02020603050405020304" pitchFamily="18" charset="0"/>
                <a:cs typeface="Times New Roman" panose="02020603050405020304" pitchFamily="18" charset="0"/>
              </a:rPr>
              <a:t>Backend:</a:t>
            </a:r>
          </a:p>
          <a:p>
            <a:pPr lvl="1"/>
            <a:r>
              <a:rPr lang="en-GB" sz="1600" dirty="0">
                <a:latin typeface="Times New Roman" panose="02020603050405020304" pitchFamily="18" charset="0"/>
                <a:cs typeface="Times New Roman" panose="02020603050405020304" pitchFamily="18" charset="0"/>
              </a:rPr>
              <a:t>Node.js: Technology to handle backend operations and creating API.</a:t>
            </a:r>
          </a:p>
          <a:p>
            <a:pPr lvl="1"/>
            <a:r>
              <a:rPr lang="en-GB" sz="1600" dirty="0">
                <a:latin typeface="Times New Roman" panose="02020603050405020304" pitchFamily="18" charset="0"/>
                <a:cs typeface="Times New Roman" panose="02020603050405020304" pitchFamily="18" charset="0"/>
              </a:rPr>
              <a:t>Express.js: Backend technology used for managing requests and routes.</a:t>
            </a:r>
          </a:p>
          <a:p>
            <a:r>
              <a:rPr lang="en-GB" sz="2000" dirty="0">
                <a:latin typeface="Times New Roman" panose="02020603050405020304" pitchFamily="18" charset="0"/>
                <a:cs typeface="Times New Roman" panose="02020603050405020304" pitchFamily="18" charset="0"/>
              </a:rPr>
              <a:t>Database:</a:t>
            </a:r>
          </a:p>
          <a:p>
            <a:pPr lvl="1"/>
            <a:r>
              <a:rPr lang="en-GB" sz="1600" dirty="0">
                <a:latin typeface="Times New Roman" panose="02020603050405020304" pitchFamily="18" charset="0"/>
                <a:cs typeface="Times New Roman" panose="02020603050405020304" pitchFamily="18" charset="0"/>
              </a:rPr>
              <a:t>MongoDB: NoSQL Database to store user data.</a:t>
            </a:r>
          </a:p>
          <a:p>
            <a:pPr lvl="1"/>
            <a:r>
              <a:rPr lang="en-GB" sz="1600" dirty="0">
                <a:latin typeface="Times New Roman" panose="02020603050405020304" pitchFamily="18" charset="0"/>
                <a:cs typeface="Times New Roman" panose="02020603050405020304" pitchFamily="18" charset="0"/>
              </a:rPr>
              <a:t>Mongoose: It is used to simplify working with databases through data </a:t>
            </a:r>
            <a:r>
              <a:rPr lang="en-GB" sz="1600" dirty="0" err="1">
                <a:latin typeface="Times New Roman" panose="02020603050405020304" pitchFamily="18" charset="0"/>
                <a:cs typeface="Times New Roman" panose="02020603050405020304" pitchFamily="18" charset="0"/>
              </a:rPr>
              <a:t>modeling</a:t>
            </a:r>
            <a:r>
              <a:rPr lang="en-GB" sz="1600" dirty="0">
                <a:latin typeface="Times New Roman" panose="02020603050405020304" pitchFamily="18" charset="0"/>
                <a:cs typeface="Times New Roman" panose="02020603050405020304" pitchFamily="18" charset="0"/>
              </a:rPr>
              <a:t> and managing schemas.</a:t>
            </a:r>
          </a:p>
          <a:p>
            <a:pPr lvl="1"/>
            <a:r>
              <a:rPr lang="en-GB" sz="1600" dirty="0">
                <a:latin typeface="Times New Roman" panose="02020603050405020304" pitchFamily="18" charset="0"/>
                <a:cs typeface="Times New Roman" panose="02020603050405020304" pitchFamily="18" charset="0"/>
              </a:rPr>
              <a:t>Prisma: It is used to simplify database interactions via ORM with model definition, schema management, type-safe query, and migration facilities.</a:t>
            </a:r>
          </a:p>
          <a:p>
            <a:pPr lvl="1"/>
            <a:r>
              <a:rPr lang="en-GB" sz="1600" dirty="0">
                <a:latin typeface="Times New Roman" panose="02020603050405020304" pitchFamily="18" charset="0"/>
                <a:cs typeface="Times New Roman" panose="02020603050405020304" pitchFamily="18" charset="0"/>
              </a:rPr>
              <a:t>PostgreSQL : Open-source and robust relational database.</a:t>
            </a:r>
            <a:endParaRPr lang="en-US"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580332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60D56-324B-435E-8CDD-E1D227EBBA0F}"/>
              </a:ext>
            </a:extLst>
          </p:cNvPr>
          <p:cNvSpPr>
            <a:spLocks noGrp="1"/>
          </p:cNvSpPr>
          <p:nvPr>
            <p:ph type="title"/>
          </p:nvPr>
        </p:nvSpPr>
        <p:spPr/>
        <p:txBody>
          <a:bodyPr/>
          <a:lstStyle/>
          <a:p>
            <a:pPr algn="ctr"/>
            <a:r>
              <a:rPr lang="en-US" sz="3200" dirty="0">
                <a:latin typeface="Times New Roman" panose="02020603050405020304" pitchFamily="18" charset="0"/>
                <a:cs typeface="Times New Roman" panose="02020603050405020304" pitchFamily="18" charset="0"/>
              </a:rPr>
              <a:t>Purpose of the Project</a:t>
            </a:r>
          </a:p>
        </p:txBody>
      </p:sp>
      <p:sp>
        <p:nvSpPr>
          <p:cNvPr id="3" name="Subtitle 2">
            <a:extLst>
              <a:ext uri="{FF2B5EF4-FFF2-40B4-BE49-F238E27FC236}">
                <a16:creationId xmlns:a16="http://schemas.microsoft.com/office/drawing/2014/main" id="{D5A8E6B1-59E2-443E-BFDB-3725A942B67B}"/>
              </a:ext>
            </a:extLst>
          </p:cNvPr>
          <p:cNvSpPr>
            <a:spLocks noGrp="1"/>
          </p:cNvSpPr>
          <p:nvPr>
            <p:ph type="subTitle"/>
          </p:nvPr>
        </p:nvSpPr>
        <p:spPr>
          <a:xfrm>
            <a:off x="84841" y="1140644"/>
            <a:ext cx="8601599" cy="3813142"/>
          </a:xfrm>
        </p:spPr>
        <p:txBody>
          <a:bodyPr/>
          <a:lstStyle/>
          <a:p>
            <a:r>
              <a:rPr lang="en-GB" sz="2000" dirty="0">
                <a:latin typeface="Times New Roman" panose="02020603050405020304" pitchFamily="18" charset="0"/>
                <a:cs typeface="Times New Roman" panose="02020603050405020304" pitchFamily="18" charset="0"/>
              </a:rPr>
              <a:t>Create an efficient platform for instant communications.</a:t>
            </a:r>
          </a:p>
          <a:p>
            <a:r>
              <a:rPr lang="en-GB" sz="2000" dirty="0">
                <a:latin typeface="Times New Roman" panose="02020603050405020304" pitchFamily="18" charset="0"/>
                <a:cs typeface="Times New Roman" panose="02020603050405020304" pitchFamily="18" charset="0"/>
              </a:rPr>
              <a:t>Make it possible for users to communicate using instant messages.</a:t>
            </a:r>
          </a:p>
          <a:p>
            <a:r>
              <a:rPr lang="en-GB" sz="2000" dirty="0">
                <a:latin typeface="Times New Roman" panose="02020603050405020304" pitchFamily="18" charset="0"/>
                <a:cs typeface="Times New Roman" panose="02020603050405020304" pitchFamily="18" charset="0"/>
              </a:rPr>
              <a:t>Allow users to share multimedia files (pictures, documents, videos).</a:t>
            </a:r>
          </a:p>
          <a:p>
            <a:r>
              <a:rPr lang="en-US" altLang="en-US" sz="2000" dirty="0">
                <a:latin typeface="Times New Roman" panose="02020603050405020304" pitchFamily="18" charset="0"/>
                <a:cs typeface="Times New Roman" panose="02020603050405020304" pitchFamily="18" charset="0"/>
                <a:sym typeface="Arial" panose="020B0604020202020204" pitchFamily="34" charset="0"/>
              </a:rPr>
              <a:t>Ensure data privacy and security with encryption </a:t>
            </a:r>
            <a:r>
              <a:rPr lang="en-GB" sz="2000" dirty="0">
                <a:latin typeface="Times New Roman" panose="02020603050405020304" pitchFamily="18" charset="0"/>
                <a:cs typeface="Times New Roman" panose="02020603050405020304" pitchFamily="18" charset="0"/>
              </a:rPr>
              <a:t>technology.</a:t>
            </a:r>
          </a:p>
          <a:p>
            <a:r>
              <a:rPr lang="en-GB" sz="2000" dirty="0">
                <a:latin typeface="Times New Roman" panose="02020603050405020304" pitchFamily="18" charset="0"/>
                <a:cs typeface="Times New Roman" panose="02020603050405020304" pitchFamily="18" charset="0"/>
              </a:rPr>
              <a:t>Use a user-friendly design to make navigation easier.</a:t>
            </a:r>
          </a:p>
          <a:p>
            <a:r>
              <a:rPr lang="en-GB" sz="2000" dirty="0">
                <a:latin typeface="Times New Roman" panose="02020603050405020304" pitchFamily="18" charset="0"/>
                <a:cs typeface="Times New Roman" panose="02020603050405020304" pitchFamily="18" charset="0"/>
              </a:rPr>
              <a:t>Provide reliable means of communication with minimum latency.</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283832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252AAF-E1DA-418A-B04E-190F8B308F0E}"/>
              </a:ext>
            </a:extLst>
          </p:cNvPr>
          <p:cNvSpPr>
            <a:spLocks noGrp="1"/>
          </p:cNvSpPr>
          <p:nvPr>
            <p:ph type="title"/>
          </p:nvPr>
        </p:nvSpPr>
        <p:spPr/>
        <p:txBody>
          <a:bodyPr/>
          <a:lstStyle/>
          <a:p>
            <a:pPr algn="ctr"/>
            <a:r>
              <a:rPr lang="en-US" b="1" dirty="0">
                <a:latin typeface="Times New Roman" panose="02020603050405020304" pitchFamily="18" charset="0"/>
                <a:cs typeface="Times New Roman" panose="02020603050405020304" pitchFamily="18" charset="0"/>
              </a:rPr>
              <a:t>Screen Shots</a:t>
            </a:r>
            <a:endParaRPr lang="en-US" dirty="0"/>
          </a:p>
        </p:txBody>
      </p:sp>
      <p:pic>
        <p:nvPicPr>
          <p:cNvPr id="3" name="Picture 2">
            <a:extLst>
              <a:ext uri="{FF2B5EF4-FFF2-40B4-BE49-F238E27FC236}">
                <a16:creationId xmlns:a16="http://schemas.microsoft.com/office/drawing/2014/main" id="{71F699CE-FF72-48BA-9E55-CA99A939C408}"/>
              </a:ext>
            </a:extLst>
          </p:cNvPr>
          <p:cNvPicPr>
            <a:picLocks noChangeAspect="1"/>
          </p:cNvPicPr>
          <p:nvPr/>
        </p:nvPicPr>
        <p:blipFill>
          <a:blip r:embed="rId2"/>
          <a:stretch>
            <a:fillRect/>
          </a:stretch>
        </p:blipFill>
        <p:spPr>
          <a:xfrm>
            <a:off x="842442" y="1585655"/>
            <a:ext cx="7459116" cy="3686689"/>
          </a:xfrm>
          <a:prstGeom prst="rect">
            <a:avLst/>
          </a:prstGeom>
        </p:spPr>
      </p:pic>
    </p:spTree>
    <p:extLst>
      <p:ext uri="{BB962C8B-B14F-4D97-AF65-F5344CB8AC3E}">
        <p14:creationId xmlns:p14="http://schemas.microsoft.com/office/powerpoint/2010/main" val="23037972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C6F5DBB-7D40-4069-93CE-23B972E54928}"/>
              </a:ext>
            </a:extLst>
          </p:cNvPr>
          <p:cNvPicPr>
            <a:picLocks noChangeAspect="1"/>
          </p:cNvPicPr>
          <p:nvPr/>
        </p:nvPicPr>
        <p:blipFill>
          <a:blip r:embed="rId2"/>
          <a:stretch>
            <a:fillRect/>
          </a:stretch>
        </p:blipFill>
        <p:spPr>
          <a:xfrm>
            <a:off x="518547" y="1190312"/>
            <a:ext cx="8106906" cy="4477375"/>
          </a:xfrm>
          <a:prstGeom prst="rect">
            <a:avLst/>
          </a:prstGeom>
        </p:spPr>
      </p:pic>
    </p:spTree>
    <p:extLst>
      <p:ext uri="{BB962C8B-B14F-4D97-AF65-F5344CB8AC3E}">
        <p14:creationId xmlns:p14="http://schemas.microsoft.com/office/powerpoint/2010/main" val="10956160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96054AE-A80E-4527-AC28-127C187F7151}"/>
              </a:ext>
            </a:extLst>
          </p:cNvPr>
          <p:cNvPicPr>
            <a:picLocks noChangeAspect="1"/>
          </p:cNvPicPr>
          <p:nvPr/>
        </p:nvPicPr>
        <p:blipFill>
          <a:blip r:embed="rId2"/>
          <a:stretch>
            <a:fillRect/>
          </a:stretch>
        </p:blipFill>
        <p:spPr>
          <a:xfrm>
            <a:off x="837679" y="1609471"/>
            <a:ext cx="7468642" cy="3639058"/>
          </a:xfrm>
          <a:prstGeom prst="rect">
            <a:avLst/>
          </a:prstGeom>
        </p:spPr>
      </p:pic>
    </p:spTree>
    <p:extLst>
      <p:ext uri="{BB962C8B-B14F-4D97-AF65-F5344CB8AC3E}">
        <p14:creationId xmlns:p14="http://schemas.microsoft.com/office/powerpoint/2010/main" val="19508769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0ABDE0B-07D6-47CC-B321-7FDAF575EEA8}"/>
              </a:ext>
            </a:extLst>
          </p:cNvPr>
          <p:cNvPicPr>
            <a:picLocks noChangeAspect="1"/>
          </p:cNvPicPr>
          <p:nvPr/>
        </p:nvPicPr>
        <p:blipFill>
          <a:blip r:embed="rId2"/>
          <a:stretch>
            <a:fillRect/>
          </a:stretch>
        </p:blipFill>
        <p:spPr>
          <a:xfrm>
            <a:off x="823389" y="1661866"/>
            <a:ext cx="7497221" cy="3534268"/>
          </a:xfrm>
          <a:prstGeom prst="rect">
            <a:avLst/>
          </a:prstGeom>
        </p:spPr>
      </p:pic>
    </p:spTree>
    <p:extLst>
      <p:ext uri="{BB962C8B-B14F-4D97-AF65-F5344CB8AC3E}">
        <p14:creationId xmlns:p14="http://schemas.microsoft.com/office/powerpoint/2010/main" val="3471137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E00A4-5341-473B-9472-D62EE8CAC2ED}"/>
              </a:ext>
            </a:extLst>
          </p:cNvPr>
          <p:cNvSpPr>
            <a:spLocks noGrp="1"/>
          </p:cNvSpPr>
          <p:nvPr>
            <p:ph type="title"/>
          </p:nvPr>
        </p:nvSpPr>
        <p:spPr>
          <a:xfrm>
            <a:off x="0" y="150828"/>
            <a:ext cx="5486040" cy="763211"/>
          </a:xfrm>
        </p:spPr>
        <p:txBody>
          <a:bodyPr/>
          <a:lstStyle/>
          <a:p>
            <a:pPr algn="ctr"/>
            <a:r>
              <a:rPr lang="en-US" altLang="en-US" sz="3200" dirty="0">
                <a:latin typeface="Times New Roman" panose="02020603050405020304" pitchFamily="18" charset="0"/>
                <a:ea typeface="Times Roman"/>
                <a:cs typeface="Times New Roman" panose="02020603050405020304" pitchFamily="18" charset="0"/>
                <a:sym typeface="Times Roman"/>
              </a:rPr>
              <a:t>Future Improvements</a:t>
            </a:r>
            <a:endParaRPr lang="en-US" sz="3200"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36EDBF50-6E4C-4BE2-88D0-0B36CDC86C10}"/>
              </a:ext>
            </a:extLst>
          </p:cNvPr>
          <p:cNvSpPr>
            <a:spLocks noGrp="1"/>
          </p:cNvSpPr>
          <p:nvPr>
            <p:ph type="subTitle"/>
          </p:nvPr>
        </p:nvSpPr>
        <p:spPr>
          <a:xfrm>
            <a:off x="207390" y="1150070"/>
            <a:ext cx="8479050" cy="4431730"/>
          </a:xfrm>
        </p:spPr>
        <p:txBody>
          <a:bodyPr/>
          <a:lstStyle/>
          <a:p>
            <a:r>
              <a:rPr lang="en-GB" sz="2000" dirty="0">
                <a:latin typeface="Times New Roman" panose="02020603050405020304" pitchFamily="18" charset="0"/>
                <a:cs typeface="Times New Roman" panose="02020603050405020304" pitchFamily="18" charset="0"/>
              </a:rPr>
              <a:t>Voice &amp; Video Calling: Incorporate live voice and video calling functionalities.</a:t>
            </a:r>
          </a:p>
          <a:p>
            <a:r>
              <a:rPr lang="en-GB" sz="2000" dirty="0">
                <a:latin typeface="Times New Roman" panose="02020603050405020304" pitchFamily="18" charset="0"/>
                <a:cs typeface="Times New Roman" panose="02020603050405020304" pitchFamily="18" charset="0"/>
              </a:rPr>
              <a:t>End-to-End Encryption: Upgrade messaging security by integrating end-to-end encryption.</a:t>
            </a:r>
          </a:p>
          <a:p>
            <a:r>
              <a:rPr lang="en-GB" sz="2000" dirty="0">
                <a:latin typeface="Times New Roman" panose="02020603050405020304" pitchFamily="18" charset="0"/>
                <a:cs typeface="Times New Roman" panose="02020603050405020304" pitchFamily="18" charset="0"/>
              </a:rPr>
              <a:t>Group Chat Management: Introduce additional group chat functionalities such as roles and administrators.</a:t>
            </a:r>
          </a:p>
          <a:p>
            <a:r>
              <a:rPr lang="en-GB" sz="2000" dirty="0">
                <a:latin typeface="Times New Roman" panose="02020603050405020304" pitchFamily="18" charset="0"/>
                <a:cs typeface="Times New Roman" panose="02020603050405020304" pitchFamily="18" charset="0"/>
              </a:rPr>
              <a:t>Chatbots: Implement AI-enabled chatbots for automated support.</a:t>
            </a:r>
          </a:p>
          <a:p>
            <a:r>
              <a:rPr lang="en-GB" sz="2000" dirty="0">
                <a:latin typeface="Times New Roman" panose="02020603050405020304" pitchFamily="18" charset="0"/>
                <a:cs typeface="Times New Roman" panose="02020603050405020304" pitchFamily="18" charset="0"/>
              </a:rPr>
              <a:t>Cross-Platform Integration: Ensure cross-platform availability on both desktop and mobile devices (iOS and Android).</a:t>
            </a:r>
          </a:p>
          <a:p>
            <a:r>
              <a:rPr lang="en-GB" sz="2000" dirty="0">
                <a:latin typeface="Times New Roman" panose="02020603050405020304" pitchFamily="18" charset="0"/>
                <a:cs typeface="Times New Roman" panose="02020603050405020304" pitchFamily="18" charset="0"/>
              </a:rPr>
              <a:t>Message Search &amp; Filtering: Upgrade the messaging search engine and include filtering options.</a:t>
            </a:r>
          </a:p>
          <a:p>
            <a:r>
              <a:rPr lang="en-GB" sz="2000" dirty="0">
                <a:latin typeface="Times New Roman" panose="02020603050405020304" pitchFamily="18" charset="0"/>
                <a:cs typeface="Times New Roman" panose="02020603050405020304" pitchFamily="18" charset="0"/>
              </a:rPr>
              <a:t>Presence Status Indicators: Include presence status indicators for users.</a:t>
            </a:r>
          </a:p>
          <a:p>
            <a:r>
              <a:rPr lang="en-GB" sz="2000" dirty="0">
                <a:latin typeface="Times New Roman" panose="02020603050405020304" pitchFamily="18" charset="0"/>
                <a:cs typeface="Times New Roman" panose="02020603050405020304" pitchFamily="18" charset="0"/>
              </a:rPr>
              <a:t>Themes &amp; Customization: Introduce theme and customization settings.</a:t>
            </a: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7285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9559FF-FF25-4D3B-9ACC-ADE28C972EC5}"/>
              </a:ext>
            </a:extLst>
          </p:cNvPr>
          <p:cNvSpPr>
            <a:spLocks noGrp="1"/>
          </p:cNvSpPr>
          <p:nvPr>
            <p:ph type="title"/>
          </p:nvPr>
        </p:nvSpPr>
        <p:spPr/>
        <p:txBody>
          <a:bodyPr/>
          <a:lstStyle/>
          <a:p>
            <a:pPr algn="ctr"/>
            <a:r>
              <a:rPr lang="en-US" sz="3200" dirty="0">
                <a:latin typeface="Times New Roman" panose="02020603050405020304" pitchFamily="18" charset="0"/>
                <a:cs typeface="Times New Roman" panose="02020603050405020304" pitchFamily="18" charset="0"/>
              </a:rPr>
              <a:t>conclusion</a:t>
            </a:r>
          </a:p>
        </p:txBody>
      </p:sp>
      <p:sp>
        <p:nvSpPr>
          <p:cNvPr id="3" name="Subtitle 2">
            <a:extLst>
              <a:ext uri="{FF2B5EF4-FFF2-40B4-BE49-F238E27FC236}">
                <a16:creationId xmlns:a16="http://schemas.microsoft.com/office/drawing/2014/main" id="{CFAAD7BD-8A12-443A-BB98-E456A223AA1C}"/>
              </a:ext>
            </a:extLst>
          </p:cNvPr>
          <p:cNvSpPr>
            <a:spLocks noGrp="1"/>
          </p:cNvSpPr>
          <p:nvPr>
            <p:ph type="subTitle"/>
          </p:nvPr>
        </p:nvSpPr>
        <p:spPr>
          <a:xfrm>
            <a:off x="339365" y="1621410"/>
            <a:ext cx="8550111" cy="3960390"/>
          </a:xfrm>
        </p:spPr>
        <p:txBody>
          <a:bodyPr/>
          <a:lstStyle/>
          <a:p>
            <a:pPr marL="0" indent="0" algn="just">
              <a:buNone/>
            </a:pPr>
            <a:r>
              <a:rPr lang="en-GB" sz="2000" dirty="0">
                <a:latin typeface="Times New Roman" panose="02020603050405020304" pitchFamily="18" charset="0"/>
                <a:cs typeface="Times New Roman" panose="02020603050405020304" pitchFamily="18" charset="0"/>
              </a:rPr>
              <a:t>The aim of creating the chat application project is to deliver a highly safe, reliable, and user-friendly application used for instant communication purposes. As far as performance and user-friendliness are concerned, the application project can be considered successful as it allows users to communicate in real time. It provides an opportunity to chat using text, share videos and photos, and interact with other people online. Thanks to the application's advanced security system, users enjoy complete privacy and confidence while using this software. At the same time, there is great potential for development in the future. There is a possibility to include additional functionality like making calls (voice and video), using AI chatbots, and better managing groups. All these future developments will contribute greatly to enhancing the application.</a:t>
            </a:r>
            <a:endParaRPr lang="en-US" sz="2000" dirty="0">
              <a:latin typeface="Times New Roman" panose="02020603050405020304" pitchFamily="18" charset="0"/>
              <a:cs typeface="Times New Roman" panose="02020603050405020304" pitchFamily="18" charset="0"/>
            </a:endParaRPr>
          </a:p>
          <a:p>
            <a:endParaRPr lang="en-US" sz="2000" dirty="0"/>
          </a:p>
        </p:txBody>
      </p:sp>
    </p:spTree>
    <p:extLst>
      <p:ext uri="{BB962C8B-B14F-4D97-AF65-F5344CB8AC3E}">
        <p14:creationId xmlns:p14="http://schemas.microsoft.com/office/powerpoint/2010/main" val="27898694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Shape 1"/>
          <p:cNvSpPr txBox="1"/>
          <p:nvPr/>
        </p:nvSpPr>
        <p:spPr>
          <a:xfrm>
            <a:off x="1297577" y="2821578"/>
            <a:ext cx="6705599" cy="1410788"/>
          </a:xfrm>
          <a:prstGeom prst="rect">
            <a:avLst/>
          </a:prstGeom>
          <a:noFill/>
          <a:ln w="9360">
            <a:noFill/>
          </a:ln>
        </p:spPr>
        <p:txBody>
          <a:bodyPr anchor="ctr">
            <a:noAutofit/>
          </a:bodyPr>
          <a:lstStyle/>
          <a:p>
            <a:pPr algn="ctr">
              <a:lnSpc>
                <a:spcPct val="100000"/>
              </a:lnSpc>
            </a:pPr>
            <a:r>
              <a:rPr lang="en" sz="5400" dirty="0">
                <a:latin typeface="Times New Roman" panose="02020603050405020304" pitchFamily="18" charset="0"/>
                <a:cs typeface="Times New Roman" panose="02020603050405020304" pitchFamily="18" charset="0"/>
              </a:rPr>
              <a:t>Thank You</a:t>
            </a:r>
            <a:endParaRPr lang="en-US" sz="5400" b="0" strike="noStrike" spc="-1" dirty="0">
              <a:solidFill>
                <a:srgbClr val="000000"/>
              </a:solidFill>
              <a:latin typeface="Times New Roman" panose="02020603050405020304" pitchFamily="18" charset="0"/>
              <a:cs typeface="Times New Roman" panose="02020603050405020304" pitchFamily="18" charset="0"/>
            </a:endParaRPr>
          </a:p>
        </p:txBody>
      </p:sp>
      <p:sp>
        <p:nvSpPr>
          <p:cNvPr id="110" name="TextShape 3"/>
          <p:cNvSpPr txBox="1"/>
          <p:nvPr/>
        </p:nvSpPr>
        <p:spPr>
          <a:xfrm>
            <a:off x="6553080" y="6356520"/>
            <a:ext cx="2133360" cy="364680"/>
          </a:xfrm>
          <a:prstGeom prst="rect">
            <a:avLst/>
          </a:prstGeom>
          <a:noFill/>
          <a:ln>
            <a:noFill/>
          </a:ln>
        </p:spPr>
        <p:txBody>
          <a:bodyPr anchor="ctr">
            <a:noAutofit/>
          </a:bodyPr>
          <a:lstStyle/>
          <a:p>
            <a:pPr algn="r">
              <a:lnSpc>
                <a:spcPct val="100000"/>
              </a:lnSpc>
            </a:pPr>
            <a:fld id="{4D4FEEEE-7AC5-48A9-86F4-13448BE87B58}" type="slidenum">
              <a:rPr lang="en-US" sz="1200" b="1" strike="noStrike" spc="-1">
                <a:solidFill>
                  <a:srgbClr val="000000"/>
                </a:solidFill>
                <a:latin typeface="Calibri"/>
                <a:ea typeface="MS PGothic"/>
              </a:rPr>
              <a:pPr algn="r">
                <a:lnSpc>
                  <a:spcPct val="100000"/>
                </a:lnSpc>
              </a:pPr>
              <a:t>12</a:t>
            </a:fld>
            <a:endParaRPr lang="en-GB" sz="1200" b="0" strike="noStrike" spc="-1">
              <a:latin typeface="Times New Roman"/>
            </a:endParaRPr>
          </a:p>
        </p:txBody>
      </p:sp>
    </p:spTree>
    <p:extLst>
      <p:ext uri="{BB962C8B-B14F-4D97-AF65-F5344CB8AC3E}">
        <p14:creationId xmlns:p14="http://schemas.microsoft.com/office/powerpoint/2010/main" val="28344798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96F1BF43DDE004485E7A868D137D60A" ma:contentTypeVersion="0" ma:contentTypeDescription="Create a new document." ma:contentTypeScope="" ma:versionID="47fff7f98a9c49c088ba096c14cf4458">
  <xsd:schema xmlns:xsd="http://www.w3.org/2001/XMLSchema" xmlns:xs="http://www.w3.org/2001/XMLSchema" xmlns:p="http://schemas.microsoft.com/office/2006/metadata/properties" targetNamespace="http://schemas.microsoft.com/office/2006/metadata/properties" ma:root="true" ma:fieldsID="c05e9f2c4932a6a674126b9dde7716ea">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37ED6F0-5E4C-4CD0-9B68-9C53F925A6F7}">
  <ds:schemaRefs>
    <ds:schemaRef ds:uri="http://schemas.microsoft.com/sharepoint/v3/contenttype/forms"/>
  </ds:schemaRefs>
</ds:datastoreItem>
</file>

<file path=customXml/itemProps2.xml><?xml version="1.0" encoding="utf-8"?>
<ds:datastoreItem xmlns:ds="http://schemas.openxmlformats.org/officeDocument/2006/customXml" ds:itemID="{4A62A602-78C1-468C-BB25-57CD481DB741}">
  <ds:schemaRefs>
    <ds:schemaRef ds:uri="http://purl.org/dc/terms/"/>
    <ds:schemaRef ds:uri="http://www.w3.org/XML/1998/namespace"/>
    <ds:schemaRef ds:uri="http://purl.org/dc/dcmitype/"/>
    <ds:schemaRef ds:uri="http://schemas.microsoft.com/office/2006/documentManagement/types"/>
    <ds:schemaRef ds:uri="http://schemas.microsoft.com/office/2006/metadata/properties"/>
    <ds:schemaRef ds:uri="http://purl.org/dc/elements/1.1/"/>
    <ds:schemaRef ds:uri="http://schemas.microsoft.com/office/infopath/2007/PartnerControls"/>
    <ds:schemaRef ds:uri="http://schemas.openxmlformats.org/package/2006/metadata/core-properties"/>
  </ds:schemaRefs>
</ds:datastoreItem>
</file>

<file path=customXml/itemProps3.xml><?xml version="1.0" encoding="utf-8"?>
<ds:datastoreItem xmlns:ds="http://schemas.openxmlformats.org/officeDocument/2006/customXml" ds:itemID="{491DF113-39A2-46D5-BFDA-E63300A9ECA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
  <TotalTime>34755</TotalTime>
  <Words>633</Words>
  <Application>Microsoft Office PowerPoint</Application>
  <PresentationFormat>On-screen Show (4:3)</PresentationFormat>
  <Paragraphs>73</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MS PGothic</vt:lpstr>
      <vt:lpstr>Arial</vt:lpstr>
      <vt:lpstr>Calibri</vt:lpstr>
      <vt:lpstr>DejaVu Sans</vt:lpstr>
      <vt:lpstr>Times New Roman</vt:lpstr>
      <vt:lpstr>Times Roman</vt:lpstr>
      <vt:lpstr>Office Theme</vt:lpstr>
      <vt:lpstr>PowerPoint Presentation</vt:lpstr>
      <vt:lpstr>PowerPoint Presentation</vt:lpstr>
      <vt:lpstr>Problem Statement</vt:lpstr>
      <vt:lpstr>Technologies Used</vt:lpstr>
      <vt:lpstr>Purpose of the Project</vt:lpstr>
      <vt:lpstr>Screen Shots</vt:lpstr>
      <vt:lpstr>PowerPoint Presentation</vt:lpstr>
      <vt:lpstr>PowerPoint Presentation</vt:lpstr>
      <vt:lpstr>PowerPoint Presentation</vt:lpstr>
      <vt:lpstr>Future Improvements</vt:lpstr>
      <vt:lpstr>conclusion</vt:lpstr>
      <vt:lpstr>PowerPoint Presentation</vt:lpstr>
    </vt:vector>
  </TitlesOfParts>
  <Company>CCC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ABC</dc:creator>
  <cp:lastModifiedBy>Asus</cp:lastModifiedBy>
  <cp:revision>2305</cp:revision>
  <dcterms:created xsi:type="dcterms:W3CDTF">2010-04-09T07:36:15Z</dcterms:created>
  <dcterms:modified xsi:type="dcterms:W3CDTF">2026-04-28T18:10:49Z</dcterms:modified>
  <dc:language>en-GB</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mpany">
    <vt:lpwstr>CCC</vt:lpwstr>
  </property>
  <property fmtid="{D5CDD505-2E9C-101B-9397-08002B2CF9AE}" pid="4" name="HiddenSlides">
    <vt:i4>0</vt:i4>
  </property>
  <property fmtid="{D5CDD505-2E9C-101B-9397-08002B2CF9AE}" pid="5" name="HyperlinksChanged">
    <vt:bool>false</vt:bool>
  </property>
  <property fmtid="{D5CDD505-2E9C-101B-9397-08002B2CF9AE}" pid="6" name="LinksUpToDate">
    <vt:bool>false</vt:bool>
  </property>
  <property fmtid="{D5CDD505-2E9C-101B-9397-08002B2CF9AE}" pid="7" name="MMClips">
    <vt:i4>0</vt:i4>
  </property>
  <property fmtid="{D5CDD505-2E9C-101B-9397-08002B2CF9AE}" pid="8" name="Notes">
    <vt:i4>0</vt:i4>
  </property>
  <property fmtid="{D5CDD505-2E9C-101B-9397-08002B2CF9AE}" pid="9" name="PresentationFormat">
    <vt:lpwstr>On-screen Show (4:3)</vt:lpwstr>
  </property>
  <property fmtid="{D5CDD505-2E9C-101B-9397-08002B2CF9AE}" pid="10" name="ScaleCrop">
    <vt:bool>false</vt:bool>
  </property>
  <property fmtid="{D5CDD505-2E9C-101B-9397-08002B2CF9AE}" pid="11" name="ShareDoc">
    <vt:bool>false</vt:bool>
  </property>
  <property fmtid="{D5CDD505-2E9C-101B-9397-08002B2CF9AE}" pid="12" name="Slides">
    <vt:i4>37</vt:i4>
  </property>
  <property fmtid="{D5CDD505-2E9C-101B-9397-08002B2CF9AE}" pid="13" name="ContentTypeId">
    <vt:lpwstr>0x010100096F1BF43DDE004485E7A868D137D60A</vt:lpwstr>
  </property>
</Properties>
</file>